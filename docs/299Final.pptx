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7" r:id="rId11"/>
    <p:sldId id="267" r:id="rId12"/>
    <p:sldId id="268" r:id="rId13"/>
    <p:sldId id="269" r:id="rId14"/>
    <p:sldId id="270" r:id="rId15"/>
    <p:sldId id="271" r:id="rId16"/>
    <p:sldId id="275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F2F6"/>
    <a:srgbClr val="353078"/>
    <a:srgbClr val="CCCCFF"/>
    <a:srgbClr val="CCECFF"/>
    <a:srgbClr val="F6E6F6"/>
    <a:srgbClr val="CFE6E0"/>
    <a:srgbClr val="FFFFFF"/>
    <a:srgbClr val="FF1515"/>
    <a:srgbClr val="136C1E"/>
    <a:srgbClr val="EE9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9.svg"/><Relationship Id="rId4" Type="http://schemas.openxmlformats.org/officeDocument/2006/relationships/image" Target="../media/image53.svg"/><Relationship Id="rId9" Type="http://schemas.openxmlformats.org/officeDocument/2006/relationships/image" Target="../media/image58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9.svg"/><Relationship Id="rId4" Type="http://schemas.openxmlformats.org/officeDocument/2006/relationships/image" Target="../media/image53.svg"/><Relationship Id="rId9" Type="http://schemas.openxmlformats.org/officeDocument/2006/relationships/image" Target="../media/image5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8DC261-4C55-42F2-8611-3F65980C13A0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750A26D-F349-43F9-89C9-9C2A70CC0438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📧 Too many emails</a:t>
          </a:r>
        </a:p>
      </dgm:t>
    </dgm:pt>
    <dgm:pt modelId="{4C0997AE-9D9B-4F41-ABD5-0A480E7B57AF}" type="parTrans" cxnId="{2F117BF8-AA67-4919-85F5-F946A3D9B216}">
      <dgm:prSet/>
      <dgm:spPr/>
      <dgm:t>
        <a:bodyPr/>
        <a:lstStyle/>
        <a:p>
          <a:endParaRPr lang="en-US"/>
        </a:p>
      </dgm:t>
    </dgm:pt>
    <dgm:pt modelId="{DDF31789-6835-4EFE-A98A-ABD1615D5BB2}" type="sibTrans" cxnId="{2F117BF8-AA67-4919-85F5-F946A3D9B216}">
      <dgm:prSet/>
      <dgm:spPr/>
      <dgm:t>
        <a:bodyPr/>
        <a:lstStyle/>
        <a:p>
          <a:endParaRPr lang="en-US"/>
        </a:p>
      </dgm:t>
    </dgm:pt>
    <dgm:pt modelId="{ACB3DB20-5BED-48F0-95F2-282B45D44388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📅 Missed schedules</a:t>
          </a:r>
        </a:p>
      </dgm:t>
    </dgm:pt>
    <dgm:pt modelId="{2E54E33E-9CC1-4C0B-8649-CC6E3AA94DB1}" type="parTrans" cxnId="{139FB7F2-95B3-4D0F-BF01-1427363495DD}">
      <dgm:prSet/>
      <dgm:spPr/>
      <dgm:t>
        <a:bodyPr/>
        <a:lstStyle/>
        <a:p>
          <a:endParaRPr lang="en-US"/>
        </a:p>
      </dgm:t>
    </dgm:pt>
    <dgm:pt modelId="{580AB1C0-C4DB-4115-840D-8188DFF857BA}" type="sibTrans" cxnId="{139FB7F2-95B3-4D0F-BF01-1427363495DD}">
      <dgm:prSet/>
      <dgm:spPr/>
      <dgm:t>
        <a:bodyPr/>
        <a:lstStyle/>
        <a:p>
          <a:endParaRPr lang="en-US"/>
        </a:p>
      </dgm:t>
    </dgm:pt>
    <dgm:pt modelId="{967A566F-1556-4B15-9A05-280FABAC5FF2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📂 Files unorganized</a:t>
          </a:r>
        </a:p>
      </dgm:t>
    </dgm:pt>
    <dgm:pt modelId="{F60584AF-313B-4687-8B8C-D0F46086CE96}" type="parTrans" cxnId="{7691B191-8814-40C7-83B0-960EB7E28AD9}">
      <dgm:prSet/>
      <dgm:spPr/>
      <dgm:t>
        <a:bodyPr/>
        <a:lstStyle/>
        <a:p>
          <a:endParaRPr lang="en-US"/>
        </a:p>
      </dgm:t>
    </dgm:pt>
    <dgm:pt modelId="{561DF71C-A9E5-42C8-A8DD-D24BF2E04852}" type="sibTrans" cxnId="{7691B191-8814-40C7-83B0-960EB7E28AD9}">
      <dgm:prSet/>
      <dgm:spPr/>
      <dgm:t>
        <a:bodyPr/>
        <a:lstStyle/>
        <a:p>
          <a:endParaRPr lang="en-US"/>
        </a:p>
      </dgm:t>
    </dgm:pt>
    <dgm:pt modelId="{73AAEE92-26AB-4BA9-9B2A-9C71FA160902}">
      <dgm:prSet phldrT="[Text]" phldr="0"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⌛Losing focus</a:t>
          </a:r>
        </a:p>
      </dgm:t>
    </dgm:pt>
    <dgm:pt modelId="{43333BB1-9CD3-4104-9A41-D19329F85AA2}" type="parTrans" cxnId="{F4CBCC11-C666-4BC7-8004-DF5E66BE682C}">
      <dgm:prSet/>
      <dgm:spPr/>
      <dgm:t>
        <a:bodyPr/>
        <a:lstStyle/>
        <a:p>
          <a:endParaRPr lang="en-US"/>
        </a:p>
      </dgm:t>
    </dgm:pt>
    <dgm:pt modelId="{EA3268E8-409B-4D48-BFE5-8CFA8021ADA1}" type="sibTrans" cxnId="{F4CBCC11-C666-4BC7-8004-DF5E66BE682C}">
      <dgm:prSet/>
      <dgm:spPr/>
      <dgm:t>
        <a:bodyPr/>
        <a:lstStyle/>
        <a:p>
          <a:endParaRPr lang="en-US"/>
        </a:p>
      </dgm:t>
    </dgm:pt>
    <dgm:pt modelId="{2D81A158-734F-4F9F-A167-CF9FC9530EB3}">
      <dgm:prSet phldrT="[Text]" phldr="0"/>
      <dgm:spPr/>
      <dgm:t>
        <a:bodyPr/>
        <a:lstStyle/>
        <a:p>
          <a:r>
            <a:rPr lang="en-US" b="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🕛Time Lost Researching Information</a:t>
          </a:r>
        </a:p>
      </dgm:t>
    </dgm:pt>
    <dgm:pt modelId="{92CF912B-CC87-4D71-8F5C-ABDE5490A342}" type="parTrans" cxnId="{7DEDB872-B3EF-478C-B229-C2E1FF712C4E}">
      <dgm:prSet/>
      <dgm:spPr/>
      <dgm:t>
        <a:bodyPr/>
        <a:lstStyle/>
        <a:p>
          <a:endParaRPr lang="en-US"/>
        </a:p>
      </dgm:t>
    </dgm:pt>
    <dgm:pt modelId="{FB123CCA-DF02-468E-AFC2-185FE20E8303}" type="sibTrans" cxnId="{7DEDB872-B3EF-478C-B229-C2E1FF712C4E}">
      <dgm:prSet/>
      <dgm:spPr/>
      <dgm:t>
        <a:bodyPr/>
        <a:lstStyle/>
        <a:p>
          <a:endParaRPr lang="en-US"/>
        </a:p>
      </dgm:t>
    </dgm:pt>
    <dgm:pt modelId="{2FD93928-A06C-4898-8EAD-46F0B6E68D7E}" type="pres">
      <dgm:prSet presAssocID="{288DC261-4C55-42F2-8611-3F65980C13A0}" presName="vert0" presStyleCnt="0">
        <dgm:presLayoutVars>
          <dgm:dir/>
          <dgm:animOne val="branch"/>
          <dgm:animLvl val="lvl"/>
        </dgm:presLayoutVars>
      </dgm:prSet>
      <dgm:spPr/>
    </dgm:pt>
    <dgm:pt modelId="{279C6F6D-43B7-42D8-BD68-4A659781081D}" type="pres">
      <dgm:prSet presAssocID="{C750A26D-F349-43F9-89C9-9C2A70CC0438}" presName="thickLine" presStyleLbl="alignNode1" presStyleIdx="0" presStyleCnt="5"/>
      <dgm:spPr/>
    </dgm:pt>
    <dgm:pt modelId="{B93946B0-797E-48E1-94EF-5A5928F0EB48}" type="pres">
      <dgm:prSet presAssocID="{C750A26D-F349-43F9-89C9-9C2A70CC0438}" presName="horz1" presStyleCnt="0"/>
      <dgm:spPr/>
    </dgm:pt>
    <dgm:pt modelId="{F7183109-9C1F-4E14-A057-6C2BC52E71BA}" type="pres">
      <dgm:prSet presAssocID="{C750A26D-F349-43F9-89C9-9C2A70CC0438}" presName="tx1" presStyleLbl="revTx" presStyleIdx="0" presStyleCnt="5"/>
      <dgm:spPr/>
    </dgm:pt>
    <dgm:pt modelId="{C4AB3DF5-097B-4555-BC38-DA27294361AE}" type="pres">
      <dgm:prSet presAssocID="{C750A26D-F349-43F9-89C9-9C2A70CC0438}" presName="vert1" presStyleCnt="0"/>
      <dgm:spPr/>
    </dgm:pt>
    <dgm:pt modelId="{47A7047A-5BAA-4B02-8F20-323318E2EBAC}" type="pres">
      <dgm:prSet presAssocID="{ACB3DB20-5BED-48F0-95F2-282B45D44388}" presName="thickLine" presStyleLbl="alignNode1" presStyleIdx="1" presStyleCnt="5"/>
      <dgm:spPr/>
    </dgm:pt>
    <dgm:pt modelId="{36867B4E-B0F1-405A-B0EA-087D10B801F9}" type="pres">
      <dgm:prSet presAssocID="{ACB3DB20-5BED-48F0-95F2-282B45D44388}" presName="horz1" presStyleCnt="0"/>
      <dgm:spPr/>
    </dgm:pt>
    <dgm:pt modelId="{0EF86D4B-C93E-4DE1-92F8-D463917D4208}" type="pres">
      <dgm:prSet presAssocID="{ACB3DB20-5BED-48F0-95F2-282B45D44388}" presName="tx1" presStyleLbl="revTx" presStyleIdx="1" presStyleCnt="5"/>
      <dgm:spPr/>
    </dgm:pt>
    <dgm:pt modelId="{37EAF920-D6E7-4DB4-9600-E23757DD7893}" type="pres">
      <dgm:prSet presAssocID="{ACB3DB20-5BED-48F0-95F2-282B45D44388}" presName="vert1" presStyleCnt="0"/>
      <dgm:spPr/>
    </dgm:pt>
    <dgm:pt modelId="{9F89391D-51D7-4367-9DC1-0C07C34FFC51}" type="pres">
      <dgm:prSet presAssocID="{967A566F-1556-4B15-9A05-280FABAC5FF2}" presName="thickLine" presStyleLbl="alignNode1" presStyleIdx="2" presStyleCnt="5"/>
      <dgm:spPr/>
    </dgm:pt>
    <dgm:pt modelId="{80395420-C2CF-454A-9239-6CA7749AE255}" type="pres">
      <dgm:prSet presAssocID="{967A566F-1556-4B15-9A05-280FABAC5FF2}" presName="horz1" presStyleCnt="0"/>
      <dgm:spPr/>
    </dgm:pt>
    <dgm:pt modelId="{7C2141D6-0967-4908-87DF-BA270251717C}" type="pres">
      <dgm:prSet presAssocID="{967A566F-1556-4B15-9A05-280FABAC5FF2}" presName="tx1" presStyleLbl="revTx" presStyleIdx="2" presStyleCnt="5"/>
      <dgm:spPr/>
    </dgm:pt>
    <dgm:pt modelId="{EB99E1D1-89B0-47A2-84AF-942B38ED307C}" type="pres">
      <dgm:prSet presAssocID="{967A566F-1556-4B15-9A05-280FABAC5FF2}" presName="vert1" presStyleCnt="0"/>
      <dgm:spPr/>
    </dgm:pt>
    <dgm:pt modelId="{64A1189B-C309-4414-86FA-CFB5203101E6}" type="pres">
      <dgm:prSet presAssocID="{73AAEE92-26AB-4BA9-9B2A-9C71FA160902}" presName="thickLine" presStyleLbl="alignNode1" presStyleIdx="3" presStyleCnt="5"/>
      <dgm:spPr/>
    </dgm:pt>
    <dgm:pt modelId="{9752CEDC-160F-424A-83BA-76849EB7DD20}" type="pres">
      <dgm:prSet presAssocID="{73AAEE92-26AB-4BA9-9B2A-9C71FA160902}" presName="horz1" presStyleCnt="0"/>
      <dgm:spPr/>
    </dgm:pt>
    <dgm:pt modelId="{DBEA49C5-497F-4AFD-BC1F-2B43BE96FB89}" type="pres">
      <dgm:prSet presAssocID="{73AAEE92-26AB-4BA9-9B2A-9C71FA160902}" presName="tx1" presStyleLbl="revTx" presStyleIdx="3" presStyleCnt="5"/>
      <dgm:spPr/>
    </dgm:pt>
    <dgm:pt modelId="{3E09A063-B5B7-4EBA-A40D-E88826BC192D}" type="pres">
      <dgm:prSet presAssocID="{73AAEE92-26AB-4BA9-9B2A-9C71FA160902}" presName="vert1" presStyleCnt="0"/>
      <dgm:spPr/>
    </dgm:pt>
    <dgm:pt modelId="{9F0B848A-FCDA-490D-8B2F-651C747478F9}" type="pres">
      <dgm:prSet presAssocID="{2D81A158-734F-4F9F-A167-CF9FC9530EB3}" presName="thickLine" presStyleLbl="alignNode1" presStyleIdx="4" presStyleCnt="5"/>
      <dgm:spPr/>
    </dgm:pt>
    <dgm:pt modelId="{5ED71406-7F7E-44F2-9B5D-C456B96EA5C9}" type="pres">
      <dgm:prSet presAssocID="{2D81A158-734F-4F9F-A167-CF9FC9530EB3}" presName="horz1" presStyleCnt="0"/>
      <dgm:spPr/>
    </dgm:pt>
    <dgm:pt modelId="{94604E71-507D-428F-9DD4-C020FAE2754C}" type="pres">
      <dgm:prSet presAssocID="{2D81A158-734F-4F9F-A167-CF9FC9530EB3}" presName="tx1" presStyleLbl="revTx" presStyleIdx="4" presStyleCnt="5"/>
      <dgm:spPr/>
    </dgm:pt>
    <dgm:pt modelId="{4EDEB6C0-16E4-4210-971E-BF41AD573649}" type="pres">
      <dgm:prSet presAssocID="{2D81A158-734F-4F9F-A167-CF9FC9530EB3}" presName="vert1" presStyleCnt="0"/>
      <dgm:spPr/>
    </dgm:pt>
  </dgm:ptLst>
  <dgm:cxnLst>
    <dgm:cxn modelId="{2BE6910A-5C0E-4F2A-B034-D0E27D8400F0}" type="presOf" srcId="{967A566F-1556-4B15-9A05-280FABAC5FF2}" destId="{7C2141D6-0967-4908-87DF-BA270251717C}" srcOrd="0" destOrd="0" presId="urn:microsoft.com/office/officeart/2008/layout/LinedList"/>
    <dgm:cxn modelId="{F4CBCC11-C666-4BC7-8004-DF5E66BE682C}" srcId="{288DC261-4C55-42F2-8611-3F65980C13A0}" destId="{73AAEE92-26AB-4BA9-9B2A-9C71FA160902}" srcOrd="3" destOrd="0" parTransId="{43333BB1-9CD3-4104-9A41-D19329F85AA2}" sibTransId="{EA3268E8-409B-4D48-BFE5-8CFA8021ADA1}"/>
    <dgm:cxn modelId="{7DEDB872-B3EF-478C-B229-C2E1FF712C4E}" srcId="{288DC261-4C55-42F2-8611-3F65980C13A0}" destId="{2D81A158-734F-4F9F-A167-CF9FC9530EB3}" srcOrd="4" destOrd="0" parTransId="{92CF912B-CC87-4D71-8F5C-ABDE5490A342}" sibTransId="{FB123CCA-DF02-468E-AFC2-185FE20E8303}"/>
    <dgm:cxn modelId="{58337D82-4D65-4C5B-9BDD-D6B58C6A9EB4}" type="presOf" srcId="{C750A26D-F349-43F9-89C9-9C2A70CC0438}" destId="{F7183109-9C1F-4E14-A057-6C2BC52E71BA}" srcOrd="0" destOrd="0" presId="urn:microsoft.com/office/officeart/2008/layout/LinedList"/>
    <dgm:cxn modelId="{7691B191-8814-40C7-83B0-960EB7E28AD9}" srcId="{288DC261-4C55-42F2-8611-3F65980C13A0}" destId="{967A566F-1556-4B15-9A05-280FABAC5FF2}" srcOrd="2" destOrd="0" parTransId="{F60584AF-313B-4687-8B8C-D0F46086CE96}" sibTransId="{561DF71C-A9E5-42C8-A8DD-D24BF2E04852}"/>
    <dgm:cxn modelId="{B0C026A0-92AF-4F44-9D87-675B11895B62}" type="presOf" srcId="{ACB3DB20-5BED-48F0-95F2-282B45D44388}" destId="{0EF86D4B-C93E-4DE1-92F8-D463917D4208}" srcOrd="0" destOrd="0" presId="urn:microsoft.com/office/officeart/2008/layout/LinedList"/>
    <dgm:cxn modelId="{4CD975A0-C477-47B1-B48F-ADDDDA1F8EC0}" type="presOf" srcId="{288DC261-4C55-42F2-8611-3F65980C13A0}" destId="{2FD93928-A06C-4898-8EAD-46F0B6E68D7E}" srcOrd="0" destOrd="0" presId="urn:microsoft.com/office/officeart/2008/layout/LinedList"/>
    <dgm:cxn modelId="{289BC6A2-8AA4-49A6-ABC7-C6A75D305C9E}" type="presOf" srcId="{73AAEE92-26AB-4BA9-9B2A-9C71FA160902}" destId="{DBEA49C5-497F-4AFD-BC1F-2B43BE96FB89}" srcOrd="0" destOrd="0" presId="urn:microsoft.com/office/officeart/2008/layout/LinedList"/>
    <dgm:cxn modelId="{E16EE0CC-C76C-469C-AB21-132346412E1D}" type="presOf" srcId="{2D81A158-734F-4F9F-A167-CF9FC9530EB3}" destId="{94604E71-507D-428F-9DD4-C020FAE2754C}" srcOrd="0" destOrd="0" presId="urn:microsoft.com/office/officeart/2008/layout/LinedList"/>
    <dgm:cxn modelId="{139FB7F2-95B3-4D0F-BF01-1427363495DD}" srcId="{288DC261-4C55-42F2-8611-3F65980C13A0}" destId="{ACB3DB20-5BED-48F0-95F2-282B45D44388}" srcOrd="1" destOrd="0" parTransId="{2E54E33E-9CC1-4C0B-8649-CC6E3AA94DB1}" sibTransId="{580AB1C0-C4DB-4115-840D-8188DFF857BA}"/>
    <dgm:cxn modelId="{2F117BF8-AA67-4919-85F5-F946A3D9B216}" srcId="{288DC261-4C55-42F2-8611-3F65980C13A0}" destId="{C750A26D-F349-43F9-89C9-9C2A70CC0438}" srcOrd="0" destOrd="0" parTransId="{4C0997AE-9D9B-4F41-ABD5-0A480E7B57AF}" sibTransId="{DDF31789-6835-4EFE-A98A-ABD1615D5BB2}"/>
    <dgm:cxn modelId="{75FCBF77-11E5-4558-AE7F-FD289DA993E9}" type="presParOf" srcId="{2FD93928-A06C-4898-8EAD-46F0B6E68D7E}" destId="{279C6F6D-43B7-42D8-BD68-4A659781081D}" srcOrd="0" destOrd="0" presId="urn:microsoft.com/office/officeart/2008/layout/LinedList"/>
    <dgm:cxn modelId="{6E46820B-D1A1-40C6-BE00-56A6825A40F9}" type="presParOf" srcId="{2FD93928-A06C-4898-8EAD-46F0B6E68D7E}" destId="{B93946B0-797E-48E1-94EF-5A5928F0EB48}" srcOrd="1" destOrd="0" presId="urn:microsoft.com/office/officeart/2008/layout/LinedList"/>
    <dgm:cxn modelId="{4FB12A49-F139-4BE5-8869-68FB89B18A90}" type="presParOf" srcId="{B93946B0-797E-48E1-94EF-5A5928F0EB48}" destId="{F7183109-9C1F-4E14-A057-6C2BC52E71BA}" srcOrd="0" destOrd="0" presId="urn:microsoft.com/office/officeart/2008/layout/LinedList"/>
    <dgm:cxn modelId="{990695E3-5173-47CB-8C3C-18FED25C31A0}" type="presParOf" srcId="{B93946B0-797E-48E1-94EF-5A5928F0EB48}" destId="{C4AB3DF5-097B-4555-BC38-DA27294361AE}" srcOrd="1" destOrd="0" presId="urn:microsoft.com/office/officeart/2008/layout/LinedList"/>
    <dgm:cxn modelId="{7ED01394-C134-4B4F-9308-E6AB11FCB088}" type="presParOf" srcId="{2FD93928-A06C-4898-8EAD-46F0B6E68D7E}" destId="{47A7047A-5BAA-4B02-8F20-323318E2EBAC}" srcOrd="2" destOrd="0" presId="urn:microsoft.com/office/officeart/2008/layout/LinedList"/>
    <dgm:cxn modelId="{EB0E5C74-3109-4F48-963F-4BC7E52CF872}" type="presParOf" srcId="{2FD93928-A06C-4898-8EAD-46F0B6E68D7E}" destId="{36867B4E-B0F1-405A-B0EA-087D10B801F9}" srcOrd="3" destOrd="0" presId="urn:microsoft.com/office/officeart/2008/layout/LinedList"/>
    <dgm:cxn modelId="{4735DAC1-A75B-4899-A700-B581D8C2A264}" type="presParOf" srcId="{36867B4E-B0F1-405A-B0EA-087D10B801F9}" destId="{0EF86D4B-C93E-4DE1-92F8-D463917D4208}" srcOrd="0" destOrd="0" presId="urn:microsoft.com/office/officeart/2008/layout/LinedList"/>
    <dgm:cxn modelId="{9F75CD51-823C-40EA-ADD9-4A9131004B6C}" type="presParOf" srcId="{36867B4E-B0F1-405A-B0EA-087D10B801F9}" destId="{37EAF920-D6E7-4DB4-9600-E23757DD7893}" srcOrd="1" destOrd="0" presId="urn:microsoft.com/office/officeart/2008/layout/LinedList"/>
    <dgm:cxn modelId="{8AFAD418-E343-416B-8CBF-4C1AEA119BC8}" type="presParOf" srcId="{2FD93928-A06C-4898-8EAD-46F0B6E68D7E}" destId="{9F89391D-51D7-4367-9DC1-0C07C34FFC51}" srcOrd="4" destOrd="0" presId="urn:microsoft.com/office/officeart/2008/layout/LinedList"/>
    <dgm:cxn modelId="{10346EED-10D5-4F81-96E8-7699AD5CBA50}" type="presParOf" srcId="{2FD93928-A06C-4898-8EAD-46F0B6E68D7E}" destId="{80395420-C2CF-454A-9239-6CA7749AE255}" srcOrd="5" destOrd="0" presId="urn:microsoft.com/office/officeart/2008/layout/LinedList"/>
    <dgm:cxn modelId="{C3E7A6F0-2607-424C-A49E-A5FC02742D04}" type="presParOf" srcId="{80395420-C2CF-454A-9239-6CA7749AE255}" destId="{7C2141D6-0967-4908-87DF-BA270251717C}" srcOrd="0" destOrd="0" presId="urn:microsoft.com/office/officeart/2008/layout/LinedList"/>
    <dgm:cxn modelId="{9F7984BD-EF85-4AB2-AA60-3CBE3DC47991}" type="presParOf" srcId="{80395420-C2CF-454A-9239-6CA7749AE255}" destId="{EB99E1D1-89B0-47A2-84AF-942B38ED307C}" srcOrd="1" destOrd="0" presId="urn:microsoft.com/office/officeart/2008/layout/LinedList"/>
    <dgm:cxn modelId="{DA2C8B46-C81E-40C6-B99F-8C3D1885CB21}" type="presParOf" srcId="{2FD93928-A06C-4898-8EAD-46F0B6E68D7E}" destId="{64A1189B-C309-4414-86FA-CFB5203101E6}" srcOrd="6" destOrd="0" presId="urn:microsoft.com/office/officeart/2008/layout/LinedList"/>
    <dgm:cxn modelId="{66FC57CA-0F4E-4A3B-8881-34F6A39B7ACA}" type="presParOf" srcId="{2FD93928-A06C-4898-8EAD-46F0B6E68D7E}" destId="{9752CEDC-160F-424A-83BA-76849EB7DD20}" srcOrd="7" destOrd="0" presId="urn:microsoft.com/office/officeart/2008/layout/LinedList"/>
    <dgm:cxn modelId="{E61E0C79-B913-417A-894A-0F912A62F915}" type="presParOf" srcId="{9752CEDC-160F-424A-83BA-76849EB7DD20}" destId="{DBEA49C5-497F-4AFD-BC1F-2B43BE96FB89}" srcOrd="0" destOrd="0" presId="urn:microsoft.com/office/officeart/2008/layout/LinedList"/>
    <dgm:cxn modelId="{78AA3CC4-6C92-4605-AFD8-4C6BAAF0A1C5}" type="presParOf" srcId="{9752CEDC-160F-424A-83BA-76849EB7DD20}" destId="{3E09A063-B5B7-4EBA-A40D-E88826BC192D}" srcOrd="1" destOrd="0" presId="urn:microsoft.com/office/officeart/2008/layout/LinedList"/>
    <dgm:cxn modelId="{9CDCE50B-F114-463C-84B1-66F4000A0BAE}" type="presParOf" srcId="{2FD93928-A06C-4898-8EAD-46F0B6E68D7E}" destId="{9F0B848A-FCDA-490D-8B2F-651C747478F9}" srcOrd="8" destOrd="0" presId="urn:microsoft.com/office/officeart/2008/layout/LinedList"/>
    <dgm:cxn modelId="{4FFBC064-5BBA-48A6-82B4-242780FB39D4}" type="presParOf" srcId="{2FD93928-A06C-4898-8EAD-46F0B6E68D7E}" destId="{5ED71406-7F7E-44F2-9B5D-C456B96EA5C9}" srcOrd="9" destOrd="0" presId="urn:microsoft.com/office/officeart/2008/layout/LinedList"/>
    <dgm:cxn modelId="{E8FD15D2-CA6B-494C-B4BB-038523074510}" type="presParOf" srcId="{5ED71406-7F7E-44F2-9B5D-C456B96EA5C9}" destId="{94604E71-507D-428F-9DD4-C020FAE2754C}" srcOrd="0" destOrd="0" presId="urn:microsoft.com/office/officeart/2008/layout/LinedList"/>
    <dgm:cxn modelId="{EC4A7CE1-05F8-418D-A7FF-E7653E4C8849}" type="presParOf" srcId="{5ED71406-7F7E-44F2-9B5D-C456B96EA5C9}" destId="{4EDEB6C0-16E4-4210-971E-BF41AD57364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CA04F5-DE35-4850-9EEF-917E5A75D1E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0494800-0E87-4D7F-8CD1-560DA1D29ED2}">
      <dgm:prSet/>
      <dgm:spPr/>
      <dgm:t>
        <a:bodyPr/>
        <a:lstStyle/>
        <a:p>
          <a:r>
            <a:rPr lang="en-US" b="0" i="0" baseline="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Automate Gmail tasks </a:t>
          </a:r>
          <a:endParaRPr lang="en-US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gm:t>
    </dgm:pt>
    <dgm:pt modelId="{820DE32A-3B7C-4B75-8D51-D57382386794}" type="parTrans" cxnId="{11DE0073-E8B8-42A7-95CE-0340A59F5F7C}">
      <dgm:prSet/>
      <dgm:spPr/>
      <dgm:t>
        <a:bodyPr/>
        <a:lstStyle/>
        <a:p>
          <a:endParaRPr lang="en-US"/>
        </a:p>
      </dgm:t>
    </dgm:pt>
    <dgm:pt modelId="{74151C76-7882-4AC1-965C-D7EB73350930}" type="sibTrans" cxnId="{11DE0073-E8B8-42A7-95CE-0340A59F5F7C}">
      <dgm:prSet/>
      <dgm:spPr/>
      <dgm:t>
        <a:bodyPr/>
        <a:lstStyle/>
        <a:p>
          <a:endParaRPr lang="en-US"/>
        </a:p>
      </dgm:t>
    </dgm:pt>
    <dgm:pt modelId="{5505A496-E5A1-477D-88A6-634F4168576C}">
      <dgm:prSet/>
      <dgm:spPr/>
      <dgm:t>
        <a:bodyPr/>
        <a:lstStyle/>
        <a:p>
          <a:r>
            <a:rPr lang="en-US" b="0" i="0" baseline="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Manage Google Calendar events </a:t>
          </a:r>
          <a:endParaRPr lang="en-US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gm:t>
    </dgm:pt>
    <dgm:pt modelId="{A2AB54E9-1347-4694-A6E6-14AF2685A7B7}" type="parTrans" cxnId="{30AE6545-23F8-4C2C-A6A6-50A4DFEED5DF}">
      <dgm:prSet/>
      <dgm:spPr/>
      <dgm:t>
        <a:bodyPr/>
        <a:lstStyle/>
        <a:p>
          <a:endParaRPr lang="en-US"/>
        </a:p>
      </dgm:t>
    </dgm:pt>
    <dgm:pt modelId="{3C358F5C-F4BA-493E-9421-391BEEB0F3AB}" type="sibTrans" cxnId="{30AE6545-23F8-4C2C-A6A6-50A4DFEED5DF}">
      <dgm:prSet/>
      <dgm:spPr/>
      <dgm:t>
        <a:bodyPr/>
        <a:lstStyle/>
        <a:p>
          <a:endParaRPr lang="en-US"/>
        </a:p>
      </dgm:t>
    </dgm:pt>
    <dgm:pt modelId="{D9469209-7B52-4C15-870F-D432C7267FB9}">
      <dgm:prSet/>
      <dgm:spPr/>
      <dgm:t>
        <a:bodyPr/>
        <a:lstStyle/>
        <a:p>
          <a:r>
            <a:rPr lang="en-US" b="0" i="0" baseline="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Enable Drive file operations </a:t>
          </a:r>
          <a:endParaRPr lang="en-US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gm:t>
    </dgm:pt>
    <dgm:pt modelId="{9CD01473-BA89-4D7E-BE1F-4EA9561410B9}" type="parTrans" cxnId="{3711F4E1-685C-4E55-A6E5-B68935BA60C5}">
      <dgm:prSet/>
      <dgm:spPr/>
      <dgm:t>
        <a:bodyPr/>
        <a:lstStyle/>
        <a:p>
          <a:endParaRPr lang="en-US"/>
        </a:p>
      </dgm:t>
    </dgm:pt>
    <dgm:pt modelId="{2DD00305-04E7-4F6E-BC55-2E056F036A05}" type="sibTrans" cxnId="{3711F4E1-685C-4E55-A6E5-B68935BA60C5}">
      <dgm:prSet/>
      <dgm:spPr/>
      <dgm:t>
        <a:bodyPr/>
        <a:lstStyle/>
        <a:p>
          <a:endParaRPr lang="en-US"/>
        </a:p>
      </dgm:t>
    </dgm:pt>
    <dgm:pt modelId="{074B239B-8FD2-4853-98B5-E19F053BE1FC}">
      <dgm:prSet/>
      <dgm:spPr/>
      <dgm:t>
        <a:bodyPr/>
        <a:lstStyle/>
        <a:p>
          <a:r>
            <a:rPr lang="en-US" b="0" i="0" baseline="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Perform AI-assisted web research </a:t>
          </a:r>
          <a:endParaRPr lang="en-US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gm:t>
    </dgm:pt>
    <dgm:pt modelId="{E43D7762-8721-4DED-987A-894E9ECCD0BD}" type="parTrans" cxnId="{D717395A-A01B-49FB-8C89-4E4E87565838}">
      <dgm:prSet/>
      <dgm:spPr/>
      <dgm:t>
        <a:bodyPr/>
        <a:lstStyle/>
        <a:p>
          <a:endParaRPr lang="en-US"/>
        </a:p>
      </dgm:t>
    </dgm:pt>
    <dgm:pt modelId="{32514FDE-F844-4ADE-9771-8061FCAB73B7}" type="sibTrans" cxnId="{D717395A-A01B-49FB-8C89-4E4E87565838}">
      <dgm:prSet/>
      <dgm:spPr/>
      <dgm:t>
        <a:bodyPr/>
        <a:lstStyle/>
        <a:p>
          <a:endParaRPr lang="en-US"/>
        </a:p>
      </dgm:t>
    </dgm:pt>
    <dgm:pt modelId="{44BFFB1C-3318-449E-8BFF-6969184A95AC}">
      <dgm:prSet/>
      <dgm:spPr/>
      <dgm:t>
        <a:bodyPr/>
        <a:lstStyle/>
        <a:p>
          <a:r>
            <a:rPr lang="en-US" b="0" i="0" baseline="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Implement Pomodoro productivity workflow </a:t>
          </a:r>
          <a:endParaRPr lang="en-US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gm:t>
    </dgm:pt>
    <dgm:pt modelId="{73C04E7D-7CF4-45E2-9C31-B08F99B92414}" type="parTrans" cxnId="{805EE528-0CFB-4464-9095-B09DB3941747}">
      <dgm:prSet/>
      <dgm:spPr/>
      <dgm:t>
        <a:bodyPr/>
        <a:lstStyle/>
        <a:p>
          <a:endParaRPr lang="en-US"/>
        </a:p>
      </dgm:t>
    </dgm:pt>
    <dgm:pt modelId="{3DEA7B04-AD42-48E1-84D7-133C309E4143}" type="sibTrans" cxnId="{805EE528-0CFB-4464-9095-B09DB3941747}">
      <dgm:prSet/>
      <dgm:spPr/>
      <dgm:t>
        <a:bodyPr/>
        <a:lstStyle/>
        <a:p>
          <a:endParaRPr lang="en-US"/>
        </a:p>
      </dgm:t>
    </dgm:pt>
    <dgm:pt modelId="{C33EB7F7-BDBC-4BEB-8280-878F84C06F95}">
      <dgm:prSet/>
      <dgm:spPr/>
      <dgm:t>
        <a:bodyPr/>
        <a:lstStyle/>
        <a:p>
          <a:r>
            <a:rPr lang="en-US" b="0" i="0" baseline="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Centralize services using n8n </a:t>
          </a:r>
          <a:endParaRPr lang="en-US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gm:t>
    </dgm:pt>
    <dgm:pt modelId="{1B3A8427-9E1F-4781-A80B-EEE36D11D6D6}" type="parTrans" cxnId="{E9767EE1-5176-4EBB-9B40-12401E18EDFB}">
      <dgm:prSet/>
      <dgm:spPr/>
      <dgm:t>
        <a:bodyPr/>
        <a:lstStyle/>
        <a:p>
          <a:endParaRPr lang="en-US"/>
        </a:p>
      </dgm:t>
    </dgm:pt>
    <dgm:pt modelId="{EDD455ED-19CE-4668-9AB9-AA5A88647534}" type="sibTrans" cxnId="{E9767EE1-5176-4EBB-9B40-12401E18EDFB}">
      <dgm:prSet/>
      <dgm:spPr/>
      <dgm:t>
        <a:bodyPr/>
        <a:lstStyle/>
        <a:p>
          <a:endParaRPr lang="en-US"/>
        </a:p>
      </dgm:t>
    </dgm:pt>
    <dgm:pt modelId="{717B9F99-80FA-4B15-B67D-1FA55F596490}" type="pres">
      <dgm:prSet presAssocID="{78CA04F5-DE35-4850-9EEF-917E5A75D1EF}" presName="root" presStyleCnt="0">
        <dgm:presLayoutVars>
          <dgm:dir/>
          <dgm:resizeHandles val="exact"/>
        </dgm:presLayoutVars>
      </dgm:prSet>
      <dgm:spPr/>
    </dgm:pt>
    <dgm:pt modelId="{4592B970-0FAF-4FAE-A7DE-50AAB47D3E4C}" type="pres">
      <dgm:prSet presAssocID="{78CA04F5-DE35-4850-9EEF-917E5A75D1EF}" presName="container" presStyleCnt="0">
        <dgm:presLayoutVars>
          <dgm:dir/>
          <dgm:resizeHandles val="exact"/>
        </dgm:presLayoutVars>
      </dgm:prSet>
      <dgm:spPr/>
    </dgm:pt>
    <dgm:pt modelId="{0960200D-B2DA-4E87-83F1-09A1879AF61F}" type="pres">
      <dgm:prSet presAssocID="{20494800-0E87-4D7F-8CD1-560DA1D29ED2}" presName="compNode" presStyleCnt="0"/>
      <dgm:spPr/>
    </dgm:pt>
    <dgm:pt modelId="{7413A2D6-F5B5-4316-8F9A-32EB23DC831B}" type="pres">
      <dgm:prSet presAssocID="{20494800-0E87-4D7F-8CD1-560DA1D29ED2}" presName="iconBgRect" presStyleLbl="bgShp" presStyleIdx="0" presStyleCnt="6"/>
      <dgm:spPr/>
    </dgm:pt>
    <dgm:pt modelId="{FD22E0FE-4E81-4C59-9C52-53E699E61B11}" type="pres">
      <dgm:prSet presAssocID="{20494800-0E87-4D7F-8CD1-560DA1D29ED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174B1187-2DBC-42AC-88CF-F9766CA58734}" type="pres">
      <dgm:prSet presAssocID="{20494800-0E87-4D7F-8CD1-560DA1D29ED2}" presName="spaceRect" presStyleCnt="0"/>
      <dgm:spPr/>
    </dgm:pt>
    <dgm:pt modelId="{7150269F-A191-4B06-992E-9AFA4A475C91}" type="pres">
      <dgm:prSet presAssocID="{20494800-0E87-4D7F-8CD1-560DA1D29ED2}" presName="textRect" presStyleLbl="revTx" presStyleIdx="0" presStyleCnt="6">
        <dgm:presLayoutVars>
          <dgm:chMax val="1"/>
          <dgm:chPref val="1"/>
        </dgm:presLayoutVars>
      </dgm:prSet>
      <dgm:spPr/>
    </dgm:pt>
    <dgm:pt modelId="{F240781D-7541-493D-AEF8-83E5B5B7B48E}" type="pres">
      <dgm:prSet presAssocID="{74151C76-7882-4AC1-965C-D7EB73350930}" presName="sibTrans" presStyleLbl="sibTrans2D1" presStyleIdx="0" presStyleCnt="0"/>
      <dgm:spPr/>
    </dgm:pt>
    <dgm:pt modelId="{1EED6445-EE3A-4E0C-B6AA-F0CCFD4CB6D6}" type="pres">
      <dgm:prSet presAssocID="{5505A496-E5A1-477D-88A6-634F4168576C}" presName="compNode" presStyleCnt="0"/>
      <dgm:spPr/>
    </dgm:pt>
    <dgm:pt modelId="{463AFBEC-101B-45EB-9608-6B35A16BBA31}" type="pres">
      <dgm:prSet presAssocID="{5505A496-E5A1-477D-88A6-634F4168576C}" presName="iconBgRect" presStyleLbl="bgShp" presStyleIdx="1" presStyleCnt="6"/>
      <dgm:spPr/>
    </dgm:pt>
    <dgm:pt modelId="{FF073B65-EEBD-408C-8C9B-F02BA2C55B80}" type="pres">
      <dgm:prSet presAssocID="{5505A496-E5A1-477D-88A6-634F4168576C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26BDC6B0-0A2A-4534-9182-9C116C55DB2F}" type="pres">
      <dgm:prSet presAssocID="{5505A496-E5A1-477D-88A6-634F4168576C}" presName="spaceRect" presStyleCnt="0"/>
      <dgm:spPr/>
    </dgm:pt>
    <dgm:pt modelId="{EBA9DC8B-E3A2-4D9D-8849-B27A4E503AE5}" type="pres">
      <dgm:prSet presAssocID="{5505A496-E5A1-477D-88A6-634F4168576C}" presName="textRect" presStyleLbl="revTx" presStyleIdx="1" presStyleCnt="6">
        <dgm:presLayoutVars>
          <dgm:chMax val="1"/>
          <dgm:chPref val="1"/>
        </dgm:presLayoutVars>
      </dgm:prSet>
      <dgm:spPr/>
    </dgm:pt>
    <dgm:pt modelId="{A8A53A31-E225-4A3A-9CD4-C9268BCCC7E8}" type="pres">
      <dgm:prSet presAssocID="{3C358F5C-F4BA-493E-9421-391BEEB0F3AB}" presName="sibTrans" presStyleLbl="sibTrans2D1" presStyleIdx="0" presStyleCnt="0"/>
      <dgm:spPr/>
    </dgm:pt>
    <dgm:pt modelId="{1DB4E95C-46EB-4C8E-AC92-5F9CF2C53822}" type="pres">
      <dgm:prSet presAssocID="{D9469209-7B52-4C15-870F-D432C7267FB9}" presName="compNode" presStyleCnt="0"/>
      <dgm:spPr/>
    </dgm:pt>
    <dgm:pt modelId="{4909E65F-50F4-4778-9886-EFF5C523CC25}" type="pres">
      <dgm:prSet presAssocID="{D9469209-7B52-4C15-870F-D432C7267FB9}" presName="iconBgRect" presStyleLbl="bgShp" presStyleIdx="2" presStyleCnt="6"/>
      <dgm:spPr/>
    </dgm:pt>
    <dgm:pt modelId="{B1859C27-A41E-407E-B8B0-D022446163EB}" type="pres">
      <dgm:prSet presAssocID="{D9469209-7B52-4C15-870F-D432C7267FB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CAA5779-F8D3-4B95-9D31-63D709ADD076}" type="pres">
      <dgm:prSet presAssocID="{D9469209-7B52-4C15-870F-D432C7267FB9}" presName="spaceRect" presStyleCnt="0"/>
      <dgm:spPr/>
    </dgm:pt>
    <dgm:pt modelId="{C67EBED9-D644-41C5-AAB1-E032D0DB5140}" type="pres">
      <dgm:prSet presAssocID="{D9469209-7B52-4C15-870F-D432C7267FB9}" presName="textRect" presStyleLbl="revTx" presStyleIdx="2" presStyleCnt="6">
        <dgm:presLayoutVars>
          <dgm:chMax val="1"/>
          <dgm:chPref val="1"/>
        </dgm:presLayoutVars>
      </dgm:prSet>
      <dgm:spPr/>
    </dgm:pt>
    <dgm:pt modelId="{881EA2A2-4D0E-4C21-AF6E-175915088811}" type="pres">
      <dgm:prSet presAssocID="{2DD00305-04E7-4F6E-BC55-2E056F036A05}" presName="sibTrans" presStyleLbl="sibTrans2D1" presStyleIdx="0" presStyleCnt="0"/>
      <dgm:spPr/>
    </dgm:pt>
    <dgm:pt modelId="{33F952F6-6DD6-4D7E-B1BE-84DA386AC72B}" type="pres">
      <dgm:prSet presAssocID="{074B239B-8FD2-4853-98B5-E19F053BE1FC}" presName="compNode" presStyleCnt="0"/>
      <dgm:spPr/>
    </dgm:pt>
    <dgm:pt modelId="{6203AC9A-1306-4998-84B2-0216ADEF11EE}" type="pres">
      <dgm:prSet presAssocID="{074B239B-8FD2-4853-98B5-E19F053BE1FC}" presName="iconBgRect" presStyleLbl="bgShp" presStyleIdx="3" presStyleCnt="6"/>
      <dgm:spPr/>
    </dgm:pt>
    <dgm:pt modelId="{11727EAF-1B83-46F6-908C-45A945F94E9C}" type="pres">
      <dgm:prSet presAssocID="{074B239B-8FD2-4853-98B5-E19F053BE1F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9757F316-CAB5-4DB4-8EF5-4BD9A013E60C}" type="pres">
      <dgm:prSet presAssocID="{074B239B-8FD2-4853-98B5-E19F053BE1FC}" presName="spaceRect" presStyleCnt="0"/>
      <dgm:spPr/>
    </dgm:pt>
    <dgm:pt modelId="{E6A0D358-49A6-4B0D-8630-339081BE5A37}" type="pres">
      <dgm:prSet presAssocID="{074B239B-8FD2-4853-98B5-E19F053BE1FC}" presName="textRect" presStyleLbl="revTx" presStyleIdx="3" presStyleCnt="6">
        <dgm:presLayoutVars>
          <dgm:chMax val="1"/>
          <dgm:chPref val="1"/>
        </dgm:presLayoutVars>
      </dgm:prSet>
      <dgm:spPr/>
    </dgm:pt>
    <dgm:pt modelId="{FF4C3DE7-5702-4C00-A6EC-082AFF0D8382}" type="pres">
      <dgm:prSet presAssocID="{32514FDE-F844-4ADE-9771-8061FCAB73B7}" presName="sibTrans" presStyleLbl="sibTrans2D1" presStyleIdx="0" presStyleCnt="0"/>
      <dgm:spPr/>
    </dgm:pt>
    <dgm:pt modelId="{07F0CE9D-8941-46AC-BA9B-EDCECE8C9F0E}" type="pres">
      <dgm:prSet presAssocID="{44BFFB1C-3318-449E-8BFF-6969184A95AC}" presName="compNode" presStyleCnt="0"/>
      <dgm:spPr/>
    </dgm:pt>
    <dgm:pt modelId="{A5540EAF-98EA-43FA-9AA4-E789AF9D3D7C}" type="pres">
      <dgm:prSet presAssocID="{44BFFB1C-3318-449E-8BFF-6969184A95AC}" presName="iconBgRect" presStyleLbl="bgShp" presStyleIdx="4" presStyleCnt="6"/>
      <dgm:spPr/>
    </dgm:pt>
    <dgm:pt modelId="{57E3ABC7-62CE-44F0-8063-C0C18DAB3413}" type="pres">
      <dgm:prSet presAssocID="{44BFFB1C-3318-449E-8BFF-6969184A95A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B18EEDF-500B-491A-8194-0FE376098CC2}" type="pres">
      <dgm:prSet presAssocID="{44BFFB1C-3318-449E-8BFF-6969184A95AC}" presName="spaceRect" presStyleCnt="0"/>
      <dgm:spPr/>
    </dgm:pt>
    <dgm:pt modelId="{9FB1092E-D722-4B30-953B-227E8ACA452C}" type="pres">
      <dgm:prSet presAssocID="{44BFFB1C-3318-449E-8BFF-6969184A95AC}" presName="textRect" presStyleLbl="revTx" presStyleIdx="4" presStyleCnt="6">
        <dgm:presLayoutVars>
          <dgm:chMax val="1"/>
          <dgm:chPref val="1"/>
        </dgm:presLayoutVars>
      </dgm:prSet>
      <dgm:spPr/>
    </dgm:pt>
    <dgm:pt modelId="{F1EDF2D8-00FA-4261-9EBF-4A354B265610}" type="pres">
      <dgm:prSet presAssocID="{3DEA7B04-AD42-48E1-84D7-133C309E4143}" presName="sibTrans" presStyleLbl="sibTrans2D1" presStyleIdx="0" presStyleCnt="0"/>
      <dgm:spPr/>
    </dgm:pt>
    <dgm:pt modelId="{16A0556A-4A79-4841-877A-3515047D4381}" type="pres">
      <dgm:prSet presAssocID="{C33EB7F7-BDBC-4BEB-8280-878F84C06F95}" presName="compNode" presStyleCnt="0"/>
      <dgm:spPr/>
    </dgm:pt>
    <dgm:pt modelId="{7ACE66F8-5F63-4BA4-A741-465044E0F640}" type="pres">
      <dgm:prSet presAssocID="{C33EB7F7-BDBC-4BEB-8280-878F84C06F95}" presName="iconBgRect" presStyleLbl="bgShp" presStyleIdx="5" presStyleCnt="6"/>
      <dgm:spPr/>
    </dgm:pt>
    <dgm:pt modelId="{CC2567C0-9D7E-4D43-AB46-89331F7B1B63}" type="pres">
      <dgm:prSet presAssocID="{C33EB7F7-BDBC-4BEB-8280-878F84C06F9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 outline"/>
        </a:ext>
      </dgm:extLst>
    </dgm:pt>
    <dgm:pt modelId="{04080837-41CE-43A9-BA19-5A84A4EF35BE}" type="pres">
      <dgm:prSet presAssocID="{C33EB7F7-BDBC-4BEB-8280-878F84C06F95}" presName="spaceRect" presStyleCnt="0"/>
      <dgm:spPr/>
    </dgm:pt>
    <dgm:pt modelId="{B54728E2-37CB-49B6-BDD9-A7BD98F01647}" type="pres">
      <dgm:prSet presAssocID="{C33EB7F7-BDBC-4BEB-8280-878F84C06F9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8606B17-FBCE-4E93-9782-DF1C03136EDB}" type="presOf" srcId="{D9469209-7B52-4C15-870F-D432C7267FB9}" destId="{C67EBED9-D644-41C5-AAB1-E032D0DB5140}" srcOrd="0" destOrd="0" presId="urn:microsoft.com/office/officeart/2018/2/layout/IconCircleList"/>
    <dgm:cxn modelId="{6423021E-8ED7-4A53-8B0D-E368601FCE38}" type="presOf" srcId="{74151C76-7882-4AC1-965C-D7EB73350930}" destId="{F240781D-7541-493D-AEF8-83E5B5B7B48E}" srcOrd="0" destOrd="0" presId="urn:microsoft.com/office/officeart/2018/2/layout/IconCircleList"/>
    <dgm:cxn modelId="{805EE528-0CFB-4464-9095-B09DB3941747}" srcId="{78CA04F5-DE35-4850-9EEF-917E5A75D1EF}" destId="{44BFFB1C-3318-449E-8BFF-6969184A95AC}" srcOrd="4" destOrd="0" parTransId="{73C04E7D-7CF4-45E2-9C31-B08F99B92414}" sibTransId="{3DEA7B04-AD42-48E1-84D7-133C309E4143}"/>
    <dgm:cxn modelId="{AF546936-C644-46B8-9491-FB1079804926}" type="presOf" srcId="{5505A496-E5A1-477D-88A6-634F4168576C}" destId="{EBA9DC8B-E3A2-4D9D-8849-B27A4E503AE5}" srcOrd="0" destOrd="0" presId="urn:microsoft.com/office/officeart/2018/2/layout/IconCircleList"/>
    <dgm:cxn modelId="{EA4F4B3A-2769-4D1E-86BC-BF7AFC8DA40D}" type="presOf" srcId="{20494800-0E87-4D7F-8CD1-560DA1D29ED2}" destId="{7150269F-A191-4B06-992E-9AFA4A475C91}" srcOrd="0" destOrd="0" presId="urn:microsoft.com/office/officeart/2018/2/layout/IconCircleList"/>
    <dgm:cxn modelId="{30AE6545-23F8-4C2C-A6A6-50A4DFEED5DF}" srcId="{78CA04F5-DE35-4850-9EEF-917E5A75D1EF}" destId="{5505A496-E5A1-477D-88A6-634F4168576C}" srcOrd="1" destOrd="0" parTransId="{A2AB54E9-1347-4694-A6E6-14AF2685A7B7}" sibTransId="{3C358F5C-F4BA-493E-9421-391BEEB0F3AB}"/>
    <dgm:cxn modelId="{EC9A1266-236A-48F4-8296-D80CE2DBABC3}" type="presOf" srcId="{2DD00305-04E7-4F6E-BC55-2E056F036A05}" destId="{881EA2A2-4D0E-4C21-AF6E-175915088811}" srcOrd="0" destOrd="0" presId="urn:microsoft.com/office/officeart/2018/2/layout/IconCircleList"/>
    <dgm:cxn modelId="{7280EB6C-4E7C-4F5D-8158-4D9313FFE258}" type="presOf" srcId="{3DEA7B04-AD42-48E1-84D7-133C309E4143}" destId="{F1EDF2D8-00FA-4261-9EBF-4A354B265610}" srcOrd="0" destOrd="0" presId="urn:microsoft.com/office/officeart/2018/2/layout/IconCircleList"/>
    <dgm:cxn modelId="{11DE0073-E8B8-42A7-95CE-0340A59F5F7C}" srcId="{78CA04F5-DE35-4850-9EEF-917E5A75D1EF}" destId="{20494800-0E87-4D7F-8CD1-560DA1D29ED2}" srcOrd="0" destOrd="0" parTransId="{820DE32A-3B7C-4B75-8D51-D57382386794}" sibTransId="{74151C76-7882-4AC1-965C-D7EB73350930}"/>
    <dgm:cxn modelId="{44C37A73-DFC9-4A7A-AF74-D8DF999E39FA}" type="presOf" srcId="{074B239B-8FD2-4853-98B5-E19F053BE1FC}" destId="{E6A0D358-49A6-4B0D-8630-339081BE5A37}" srcOrd="0" destOrd="0" presId="urn:microsoft.com/office/officeart/2018/2/layout/IconCircleList"/>
    <dgm:cxn modelId="{D717395A-A01B-49FB-8C89-4E4E87565838}" srcId="{78CA04F5-DE35-4850-9EEF-917E5A75D1EF}" destId="{074B239B-8FD2-4853-98B5-E19F053BE1FC}" srcOrd="3" destOrd="0" parTransId="{E43D7762-8721-4DED-987A-894E9ECCD0BD}" sibTransId="{32514FDE-F844-4ADE-9771-8061FCAB73B7}"/>
    <dgm:cxn modelId="{891181A0-C4B1-45D0-9A58-71C8787BFF49}" type="presOf" srcId="{3C358F5C-F4BA-493E-9421-391BEEB0F3AB}" destId="{A8A53A31-E225-4A3A-9CD4-C9268BCCC7E8}" srcOrd="0" destOrd="0" presId="urn:microsoft.com/office/officeart/2018/2/layout/IconCircleList"/>
    <dgm:cxn modelId="{AB874EA8-41FF-4BEC-BA3C-621BF6D7DA1E}" type="presOf" srcId="{32514FDE-F844-4ADE-9771-8061FCAB73B7}" destId="{FF4C3DE7-5702-4C00-A6EC-082AFF0D8382}" srcOrd="0" destOrd="0" presId="urn:microsoft.com/office/officeart/2018/2/layout/IconCircleList"/>
    <dgm:cxn modelId="{6460F8CE-4CBC-4C8B-90D2-DA4F55AE8A6F}" type="presOf" srcId="{C33EB7F7-BDBC-4BEB-8280-878F84C06F95}" destId="{B54728E2-37CB-49B6-BDD9-A7BD98F01647}" srcOrd="0" destOrd="0" presId="urn:microsoft.com/office/officeart/2018/2/layout/IconCircleList"/>
    <dgm:cxn modelId="{0A9573D5-7D87-485B-A545-8FF00B6A6FC0}" type="presOf" srcId="{78CA04F5-DE35-4850-9EEF-917E5A75D1EF}" destId="{717B9F99-80FA-4B15-B67D-1FA55F596490}" srcOrd="0" destOrd="0" presId="urn:microsoft.com/office/officeart/2018/2/layout/IconCircleList"/>
    <dgm:cxn modelId="{E9767EE1-5176-4EBB-9B40-12401E18EDFB}" srcId="{78CA04F5-DE35-4850-9EEF-917E5A75D1EF}" destId="{C33EB7F7-BDBC-4BEB-8280-878F84C06F95}" srcOrd="5" destOrd="0" parTransId="{1B3A8427-9E1F-4781-A80B-EEE36D11D6D6}" sibTransId="{EDD455ED-19CE-4668-9AB9-AA5A88647534}"/>
    <dgm:cxn modelId="{3711F4E1-685C-4E55-A6E5-B68935BA60C5}" srcId="{78CA04F5-DE35-4850-9EEF-917E5A75D1EF}" destId="{D9469209-7B52-4C15-870F-D432C7267FB9}" srcOrd="2" destOrd="0" parTransId="{9CD01473-BA89-4D7E-BE1F-4EA9561410B9}" sibTransId="{2DD00305-04E7-4F6E-BC55-2E056F036A05}"/>
    <dgm:cxn modelId="{B47374F8-8B32-4960-A550-5AF38796896F}" type="presOf" srcId="{44BFFB1C-3318-449E-8BFF-6969184A95AC}" destId="{9FB1092E-D722-4B30-953B-227E8ACA452C}" srcOrd="0" destOrd="0" presId="urn:microsoft.com/office/officeart/2018/2/layout/IconCircleList"/>
    <dgm:cxn modelId="{628E6A17-5A15-4AEC-9EB3-8F7F13051640}" type="presParOf" srcId="{717B9F99-80FA-4B15-B67D-1FA55F596490}" destId="{4592B970-0FAF-4FAE-A7DE-50AAB47D3E4C}" srcOrd="0" destOrd="0" presId="urn:microsoft.com/office/officeart/2018/2/layout/IconCircleList"/>
    <dgm:cxn modelId="{DF4E2B8D-4B33-400D-90A4-C766014FC6B6}" type="presParOf" srcId="{4592B970-0FAF-4FAE-A7DE-50AAB47D3E4C}" destId="{0960200D-B2DA-4E87-83F1-09A1879AF61F}" srcOrd="0" destOrd="0" presId="urn:microsoft.com/office/officeart/2018/2/layout/IconCircleList"/>
    <dgm:cxn modelId="{051E511A-3240-4D68-8BEC-C1C57D8AF9D0}" type="presParOf" srcId="{0960200D-B2DA-4E87-83F1-09A1879AF61F}" destId="{7413A2D6-F5B5-4316-8F9A-32EB23DC831B}" srcOrd="0" destOrd="0" presId="urn:microsoft.com/office/officeart/2018/2/layout/IconCircleList"/>
    <dgm:cxn modelId="{4DE01920-9CF2-4087-80DE-EC6DADF42E03}" type="presParOf" srcId="{0960200D-B2DA-4E87-83F1-09A1879AF61F}" destId="{FD22E0FE-4E81-4C59-9C52-53E699E61B11}" srcOrd="1" destOrd="0" presId="urn:microsoft.com/office/officeart/2018/2/layout/IconCircleList"/>
    <dgm:cxn modelId="{0D954395-0869-4056-8587-03E9E20016DA}" type="presParOf" srcId="{0960200D-B2DA-4E87-83F1-09A1879AF61F}" destId="{174B1187-2DBC-42AC-88CF-F9766CA58734}" srcOrd="2" destOrd="0" presId="urn:microsoft.com/office/officeart/2018/2/layout/IconCircleList"/>
    <dgm:cxn modelId="{3E69ED71-140E-47DD-9535-B4A5CCCCE438}" type="presParOf" srcId="{0960200D-B2DA-4E87-83F1-09A1879AF61F}" destId="{7150269F-A191-4B06-992E-9AFA4A475C91}" srcOrd="3" destOrd="0" presId="urn:microsoft.com/office/officeart/2018/2/layout/IconCircleList"/>
    <dgm:cxn modelId="{BF469C40-97ED-43DB-BFB3-1BE1402F6535}" type="presParOf" srcId="{4592B970-0FAF-4FAE-A7DE-50AAB47D3E4C}" destId="{F240781D-7541-493D-AEF8-83E5B5B7B48E}" srcOrd="1" destOrd="0" presId="urn:microsoft.com/office/officeart/2018/2/layout/IconCircleList"/>
    <dgm:cxn modelId="{32420847-11A0-466F-BFE3-3A0426555F82}" type="presParOf" srcId="{4592B970-0FAF-4FAE-A7DE-50AAB47D3E4C}" destId="{1EED6445-EE3A-4E0C-B6AA-F0CCFD4CB6D6}" srcOrd="2" destOrd="0" presId="urn:microsoft.com/office/officeart/2018/2/layout/IconCircleList"/>
    <dgm:cxn modelId="{D303B9CE-8A19-4A93-8D2D-9FAADBAAF9CA}" type="presParOf" srcId="{1EED6445-EE3A-4E0C-B6AA-F0CCFD4CB6D6}" destId="{463AFBEC-101B-45EB-9608-6B35A16BBA31}" srcOrd="0" destOrd="0" presId="urn:microsoft.com/office/officeart/2018/2/layout/IconCircleList"/>
    <dgm:cxn modelId="{45AC95AD-946E-4346-8F48-88126BF40333}" type="presParOf" srcId="{1EED6445-EE3A-4E0C-B6AA-F0CCFD4CB6D6}" destId="{FF073B65-EEBD-408C-8C9B-F02BA2C55B80}" srcOrd="1" destOrd="0" presId="urn:microsoft.com/office/officeart/2018/2/layout/IconCircleList"/>
    <dgm:cxn modelId="{45609238-7781-4778-8347-28478BB85C8F}" type="presParOf" srcId="{1EED6445-EE3A-4E0C-B6AA-F0CCFD4CB6D6}" destId="{26BDC6B0-0A2A-4534-9182-9C116C55DB2F}" srcOrd="2" destOrd="0" presId="urn:microsoft.com/office/officeart/2018/2/layout/IconCircleList"/>
    <dgm:cxn modelId="{9BD7B338-BF51-4988-9C07-9B282F9021EE}" type="presParOf" srcId="{1EED6445-EE3A-4E0C-B6AA-F0CCFD4CB6D6}" destId="{EBA9DC8B-E3A2-4D9D-8849-B27A4E503AE5}" srcOrd="3" destOrd="0" presId="urn:microsoft.com/office/officeart/2018/2/layout/IconCircleList"/>
    <dgm:cxn modelId="{C7040EFA-7C3C-403D-BD2A-EF8AE3863074}" type="presParOf" srcId="{4592B970-0FAF-4FAE-A7DE-50AAB47D3E4C}" destId="{A8A53A31-E225-4A3A-9CD4-C9268BCCC7E8}" srcOrd="3" destOrd="0" presId="urn:microsoft.com/office/officeart/2018/2/layout/IconCircleList"/>
    <dgm:cxn modelId="{D508D8D4-B1CC-4239-9C27-2D0949D026DF}" type="presParOf" srcId="{4592B970-0FAF-4FAE-A7DE-50AAB47D3E4C}" destId="{1DB4E95C-46EB-4C8E-AC92-5F9CF2C53822}" srcOrd="4" destOrd="0" presId="urn:microsoft.com/office/officeart/2018/2/layout/IconCircleList"/>
    <dgm:cxn modelId="{EE5A47CC-E81F-4D99-9AB9-5FA69DEA4AF7}" type="presParOf" srcId="{1DB4E95C-46EB-4C8E-AC92-5F9CF2C53822}" destId="{4909E65F-50F4-4778-9886-EFF5C523CC25}" srcOrd="0" destOrd="0" presId="urn:microsoft.com/office/officeart/2018/2/layout/IconCircleList"/>
    <dgm:cxn modelId="{C3664B6F-C7E2-4FD1-A50A-CC6AF3C916B7}" type="presParOf" srcId="{1DB4E95C-46EB-4C8E-AC92-5F9CF2C53822}" destId="{B1859C27-A41E-407E-B8B0-D022446163EB}" srcOrd="1" destOrd="0" presId="urn:microsoft.com/office/officeart/2018/2/layout/IconCircleList"/>
    <dgm:cxn modelId="{A20CD550-B815-41F9-A243-AB20582CEEB6}" type="presParOf" srcId="{1DB4E95C-46EB-4C8E-AC92-5F9CF2C53822}" destId="{BCAA5779-F8D3-4B95-9D31-63D709ADD076}" srcOrd="2" destOrd="0" presId="urn:microsoft.com/office/officeart/2018/2/layout/IconCircleList"/>
    <dgm:cxn modelId="{27F11C9F-F561-4773-98E9-01E5B906DBB9}" type="presParOf" srcId="{1DB4E95C-46EB-4C8E-AC92-5F9CF2C53822}" destId="{C67EBED9-D644-41C5-AAB1-E032D0DB5140}" srcOrd="3" destOrd="0" presId="urn:microsoft.com/office/officeart/2018/2/layout/IconCircleList"/>
    <dgm:cxn modelId="{D99ED09B-25FF-4BE6-85EC-2C902BB70C0D}" type="presParOf" srcId="{4592B970-0FAF-4FAE-A7DE-50AAB47D3E4C}" destId="{881EA2A2-4D0E-4C21-AF6E-175915088811}" srcOrd="5" destOrd="0" presId="urn:microsoft.com/office/officeart/2018/2/layout/IconCircleList"/>
    <dgm:cxn modelId="{A337563E-E7C5-4687-BB5E-3D5300072817}" type="presParOf" srcId="{4592B970-0FAF-4FAE-A7DE-50AAB47D3E4C}" destId="{33F952F6-6DD6-4D7E-B1BE-84DA386AC72B}" srcOrd="6" destOrd="0" presId="urn:microsoft.com/office/officeart/2018/2/layout/IconCircleList"/>
    <dgm:cxn modelId="{1C3D241B-03A1-4D5C-B1E9-15400D3B60E3}" type="presParOf" srcId="{33F952F6-6DD6-4D7E-B1BE-84DA386AC72B}" destId="{6203AC9A-1306-4998-84B2-0216ADEF11EE}" srcOrd="0" destOrd="0" presId="urn:microsoft.com/office/officeart/2018/2/layout/IconCircleList"/>
    <dgm:cxn modelId="{08F4CD4A-AE6A-466F-B9E9-7C999EE89A20}" type="presParOf" srcId="{33F952F6-6DD6-4D7E-B1BE-84DA386AC72B}" destId="{11727EAF-1B83-46F6-908C-45A945F94E9C}" srcOrd="1" destOrd="0" presId="urn:microsoft.com/office/officeart/2018/2/layout/IconCircleList"/>
    <dgm:cxn modelId="{BB54A53A-7632-4C8B-A557-30A232AF7929}" type="presParOf" srcId="{33F952F6-6DD6-4D7E-B1BE-84DA386AC72B}" destId="{9757F316-CAB5-4DB4-8EF5-4BD9A013E60C}" srcOrd="2" destOrd="0" presId="urn:microsoft.com/office/officeart/2018/2/layout/IconCircleList"/>
    <dgm:cxn modelId="{F5AE1A1D-E079-4782-8CB8-A623A2551586}" type="presParOf" srcId="{33F952F6-6DD6-4D7E-B1BE-84DA386AC72B}" destId="{E6A0D358-49A6-4B0D-8630-339081BE5A37}" srcOrd="3" destOrd="0" presId="urn:microsoft.com/office/officeart/2018/2/layout/IconCircleList"/>
    <dgm:cxn modelId="{7CE5DF1B-DF2A-4A09-B6B9-0E2CE264D4CB}" type="presParOf" srcId="{4592B970-0FAF-4FAE-A7DE-50AAB47D3E4C}" destId="{FF4C3DE7-5702-4C00-A6EC-082AFF0D8382}" srcOrd="7" destOrd="0" presId="urn:microsoft.com/office/officeart/2018/2/layout/IconCircleList"/>
    <dgm:cxn modelId="{5E7E49A2-2F23-471F-A73F-130AAB957EA3}" type="presParOf" srcId="{4592B970-0FAF-4FAE-A7DE-50AAB47D3E4C}" destId="{07F0CE9D-8941-46AC-BA9B-EDCECE8C9F0E}" srcOrd="8" destOrd="0" presId="urn:microsoft.com/office/officeart/2018/2/layout/IconCircleList"/>
    <dgm:cxn modelId="{F487CB5A-020C-4AB4-9928-6F0962FBA30B}" type="presParOf" srcId="{07F0CE9D-8941-46AC-BA9B-EDCECE8C9F0E}" destId="{A5540EAF-98EA-43FA-9AA4-E789AF9D3D7C}" srcOrd="0" destOrd="0" presId="urn:microsoft.com/office/officeart/2018/2/layout/IconCircleList"/>
    <dgm:cxn modelId="{6D09FF20-F030-433B-9642-E70A49871891}" type="presParOf" srcId="{07F0CE9D-8941-46AC-BA9B-EDCECE8C9F0E}" destId="{57E3ABC7-62CE-44F0-8063-C0C18DAB3413}" srcOrd="1" destOrd="0" presId="urn:microsoft.com/office/officeart/2018/2/layout/IconCircleList"/>
    <dgm:cxn modelId="{CC0CE16A-08EA-41D9-8EA0-94D2A22877C3}" type="presParOf" srcId="{07F0CE9D-8941-46AC-BA9B-EDCECE8C9F0E}" destId="{5B18EEDF-500B-491A-8194-0FE376098CC2}" srcOrd="2" destOrd="0" presId="urn:microsoft.com/office/officeart/2018/2/layout/IconCircleList"/>
    <dgm:cxn modelId="{9E744BB8-B194-4012-AD1D-B8F2FF17AE8F}" type="presParOf" srcId="{07F0CE9D-8941-46AC-BA9B-EDCECE8C9F0E}" destId="{9FB1092E-D722-4B30-953B-227E8ACA452C}" srcOrd="3" destOrd="0" presId="urn:microsoft.com/office/officeart/2018/2/layout/IconCircleList"/>
    <dgm:cxn modelId="{3D981C81-DAEB-4B1C-9D57-39736D743E83}" type="presParOf" srcId="{4592B970-0FAF-4FAE-A7DE-50AAB47D3E4C}" destId="{F1EDF2D8-00FA-4261-9EBF-4A354B265610}" srcOrd="9" destOrd="0" presId="urn:microsoft.com/office/officeart/2018/2/layout/IconCircleList"/>
    <dgm:cxn modelId="{1348FECC-F1B8-4A7C-941A-81BB502C89C6}" type="presParOf" srcId="{4592B970-0FAF-4FAE-A7DE-50AAB47D3E4C}" destId="{16A0556A-4A79-4841-877A-3515047D4381}" srcOrd="10" destOrd="0" presId="urn:microsoft.com/office/officeart/2018/2/layout/IconCircleList"/>
    <dgm:cxn modelId="{840BD805-CFBB-4D02-8610-05D76629A8E1}" type="presParOf" srcId="{16A0556A-4A79-4841-877A-3515047D4381}" destId="{7ACE66F8-5F63-4BA4-A741-465044E0F640}" srcOrd="0" destOrd="0" presId="urn:microsoft.com/office/officeart/2018/2/layout/IconCircleList"/>
    <dgm:cxn modelId="{FCB49B7C-7700-495B-BF24-E505957C6C27}" type="presParOf" srcId="{16A0556A-4A79-4841-877A-3515047D4381}" destId="{CC2567C0-9D7E-4D43-AB46-89331F7B1B63}" srcOrd="1" destOrd="0" presId="urn:microsoft.com/office/officeart/2018/2/layout/IconCircleList"/>
    <dgm:cxn modelId="{D6DDF9F1-4BCB-4298-885A-F7F27F1F8E41}" type="presParOf" srcId="{16A0556A-4A79-4841-877A-3515047D4381}" destId="{04080837-41CE-43A9-BA19-5A84A4EF35BE}" srcOrd="2" destOrd="0" presId="urn:microsoft.com/office/officeart/2018/2/layout/IconCircleList"/>
    <dgm:cxn modelId="{5C3AB9F6-DDCE-4864-96BC-C7AE97AE706B}" type="presParOf" srcId="{16A0556A-4A79-4841-877A-3515047D4381}" destId="{B54728E2-37CB-49B6-BDD9-A7BD98F0164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35CDFE-CF01-41FE-B22E-772F5E48D5E0}" type="doc">
      <dgm:prSet loTypeId="urn:microsoft.com/office/officeart/2018/2/layout/IconVerticalSolidList" loCatId="icon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A456B783-0B30-4FF4-9C0B-BB8763C564FB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📨Email Manager</a:t>
          </a:r>
        </a:p>
      </dgm:t>
    </dgm:pt>
    <dgm:pt modelId="{21A77A3D-B346-4B7C-8A3F-5BEFFAACF611}" type="parTrans" cxnId="{500A5A6B-8037-44C4-AAAF-9678A14A414A}">
      <dgm:prSet/>
      <dgm:spPr/>
      <dgm:t>
        <a:bodyPr/>
        <a:lstStyle/>
        <a:p>
          <a:endParaRPr lang="en-US"/>
        </a:p>
      </dgm:t>
    </dgm:pt>
    <dgm:pt modelId="{22B19DCB-C34F-4F60-967D-6876010B8E43}" type="sibTrans" cxnId="{500A5A6B-8037-44C4-AAAF-9678A14A414A}">
      <dgm:prSet/>
      <dgm:spPr/>
      <dgm:t>
        <a:bodyPr/>
        <a:lstStyle/>
        <a:p>
          <a:endParaRPr lang="en-US"/>
        </a:p>
      </dgm:t>
    </dgm:pt>
    <dgm:pt modelId="{0E42747A-7DC9-44AB-A6A9-6879CA421D8A}">
      <dgm:prSet phldrT="[Text]" phldr="0"/>
      <dgm:spPr>
        <a:solidFill>
          <a:srgbClr val="CFE6E0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Read, Reply , Delete and manages all emails</a:t>
          </a:r>
        </a:p>
      </dgm:t>
    </dgm:pt>
    <dgm:pt modelId="{D9763DC6-7DFF-4322-B2C1-C9CB5557D6C1}" type="parTrans" cxnId="{51AD2C41-9BB0-4595-BD8A-9F1BAA0AC747}">
      <dgm:prSet/>
      <dgm:spPr/>
      <dgm:t>
        <a:bodyPr/>
        <a:lstStyle/>
        <a:p>
          <a:endParaRPr lang="en-US"/>
        </a:p>
      </dgm:t>
    </dgm:pt>
    <dgm:pt modelId="{20058ED9-8D6C-48B5-9CDF-4E7221C499E3}" type="sibTrans" cxnId="{51AD2C41-9BB0-4595-BD8A-9F1BAA0AC747}">
      <dgm:prSet/>
      <dgm:spPr/>
      <dgm:t>
        <a:bodyPr/>
        <a:lstStyle/>
        <a:p>
          <a:endParaRPr lang="en-US"/>
        </a:p>
      </dgm:t>
    </dgm:pt>
    <dgm:pt modelId="{6DDF84D4-4269-40FD-B37D-F580481F5F58}">
      <dgm:prSet phldrT="[Text]"/>
      <dgm:spPr>
        <a:solidFill>
          <a:srgbClr val="C00000"/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📚 </a:t>
          </a:r>
          <a:r>
            <a:rPr lang="en-US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Study Scheduler</a:t>
          </a:r>
        </a:p>
      </dgm:t>
    </dgm:pt>
    <dgm:pt modelId="{040EF9CF-A1EC-439A-99C2-827439E7D923}" type="parTrans" cxnId="{C4C44B46-1E8F-43B4-823E-D601F3D3949B}">
      <dgm:prSet/>
      <dgm:spPr/>
      <dgm:t>
        <a:bodyPr/>
        <a:lstStyle/>
        <a:p>
          <a:endParaRPr lang="en-US"/>
        </a:p>
      </dgm:t>
    </dgm:pt>
    <dgm:pt modelId="{EDE17AF6-E496-4276-B9CC-3DE431E8298B}" type="sibTrans" cxnId="{C4C44B46-1E8F-43B4-823E-D601F3D3949B}">
      <dgm:prSet/>
      <dgm:spPr/>
      <dgm:t>
        <a:bodyPr/>
        <a:lstStyle/>
        <a:p>
          <a:endParaRPr lang="en-US"/>
        </a:p>
      </dgm:t>
    </dgm:pt>
    <dgm:pt modelId="{134B80E3-D0FA-4015-AA8F-8C22CD3F9E36}">
      <dgm:prSet phldrT="[Text]" phldr="0"/>
      <dgm:spPr>
        <a:solidFill>
          <a:srgbClr val="EE9B92">
            <a:alpha val="89804"/>
          </a:srgb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Poll canvas LMS for announcements</a:t>
          </a:r>
        </a:p>
      </dgm:t>
    </dgm:pt>
    <dgm:pt modelId="{2AFAF15C-7200-447C-BE8C-78C6723DB527}" type="parTrans" cxnId="{F2B6C139-1C25-472E-8D78-C020714BBBAA}">
      <dgm:prSet/>
      <dgm:spPr/>
      <dgm:t>
        <a:bodyPr/>
        <a:lstStyle/>
        <a:p>
          <a:endParaRPr lang="en-US"/>
        </a:p>
      </dgm:t>
    </dgm:pt>
    <dgm:pt modelId="{90331408-308F-4941-9EE7-341AE1E11A0A}" type="sibTrans" cxnId="{F2B6C139-1C25-472E-8D78-C020714BBBAA}">
      <dgm:prSet/>
      <dgm:spPr/>
      <dgm:t>
        <a:bodyPr/>
        <a:lstStyle/>
        <a:p>
          <a:endParaRPr lang="en-US"/>
        </a:p>
      </dgm:t>
    </dgm:pt>
    <dgm:pt modelId="{3A57B4A6-36E6-409C-896F-55D8CF1313E9}">
      <dgm:prSet phldrT="[Tex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🗓️ Calendar Assistant</a:t>
          </a:r>
        </a:p>
      </dgm:t>
    </dgm:pt>
    <dgm:pt modelId="{69304B6F-A1DC-4792-A555-F1FAE1D363A7}" type="parTrans" cxnId="{4446078E-8EF6-4804-91C8-114628213333}">
      <dgm:prSet/>
      <dgm:spPr/>
      <dgm:t>
        <a:bodyPr/>
        <a:lstStyle/>
        <a:p>
          <a:endParaRPr lang="en-US"/>
        </a:p>
      </dgm:t>
    </dgm:pt>
    <dgm:pt modelId="{7C4CD4C1-8B63-4C03-8141-FF96D043C636}" type="sibTrans" cxnId="{4446078E-8EF6-4804-91C8-114628213333}">
      <dgm:prSet/>
      <dgm:spPr/>
      <dgm:t>
        <a:bodyPr/>
        <a:lstStyle/>
        <a:p>
          <a:endParaRPr lang="en-US"/>
        </a:p>
      </dgm:t>
    </dgm:pt>
    <dgm:pt modelId="{6F803073-039B-4D26-B9C3-F78D1DD71A57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Create and manage google calendar assistant</a:t>
          </a:r>
        </a:p>
      </dgm:t>
    </dgm:pt>
    <dgm:pt modelId="{13C1D7E3-29CC-4188-B5AE-8079F508673F}" type="parTrans" cxnId="{609C609D-161B-42EF-B9F3-93F312138708}">
      <dgm:prSet/>
      <dgm:spPr/>
      <dgm:t>
        <a:bodyPr/>
        <a:lstStyle/>
        <a:p>
          <a:endParaRPr lang="en-US"/>
        </a:p>
      </dgm:t>
    </dgm:pt>
    <dgm:pt modelId="{E8BFCF1C-B82C-4D4A-88AF-F91B7E591700}" type="sibTrans" cxnId="{609C609D-161B-42EF-B9F3-93F312138708}">
      <dgm:prSet/>
      <dgm:spPr/>
      <dgm:t>
        <a:bodyPr/>
        <a:lstStyle/>
        <a:p>
          <a:endParaRPr lang="en-US"/>
        </a:p>
      </dgm:t>
    </dgm:pt>
    <dgm:pt modelId="{F42B85BC-0745-49C2-9621-CB70EB5443E0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🥗 Diet Planner</a:t>
          </a:r>
        </a:p>
      </dgm:t>
    </dgm:pt>
    <dgm:pt modelId="{CD48DB0F-BD67-4CD3-9B3F-45798907D5EE}" type="parTrans" cxnId="{1D447392-FB5F-4390-BD5A-1827FC9906B8}">
      <dgm:prSet/>
      <dgm:spPr/>
      <dgm:t>
        <a:bodyPr/>
        <a:lstStyle/>
        <a:p>
          <a:endParaRPr lang="en-US"/>
        </a:p>
      </dgm:t>
    </dgm:pt>
    <dgm:pt modelId="{EC5DB7F9-FA98-4C2B-AFBD-928D7A3F7CD8}" type="sibTrans" cxnId="{1D447392-FB5F-4390-BD5A-1827FC9906B8}">
      <dgm:prSet/>
      <dgm:spPr/>
      <dgm:t>
        <a:bodyPr/>
        <a:lstStyle/>
        <a:p>
          <a:endParaRPr lang="en-US"/>
        </a:p>
      </dgm:t>
    </dgm:pt>
    <dgm:pt modelId="{7C3BAFFD-A528-4031-9DB8-8758DE0F5191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 🗨️ Telegram Command Hub</a:t>
          </a:r>
        </a:p>
      </dgm:t>
    </dgm:pt>
    <dgm:pt modelId="{AAF0BC4D-70DB-458F-9178-936C574834CD}" type="parTrans" cxnId="{8B1F996D-8A49-458B-A53F-D449895EC860}">
      <dgm:prSet/>
      <dgm:spPr/>
      <dgm:t>
        <a:bodyPr/>
        <a:lstStyle/>
        <a:p>
          <a:endParaRPr lang="en-US"/>
        </a:p>
      </dgm:t>
    </dgm:pt>
    <dgm:pt modelId="{523760A3-F299-4515-BB05-45FB823D556F}" type="sibTrans" cxnId="{8B1F996D-8A49-458B-A53F-D449895EC860}">
      <dgm:prSet/>
      <dgm:spPr/>
      <dgm:t>
        <a:bodyPr/>
        <a:lstStyle/>
        <a:p>
          <a:endParaRPr lang="en-US"/>
        </a:p>
      </dgm:t>
    </dgm:pt>
    <dgm:pt modelId="{97D1AD9D-6529-41B5-BA2D-8B8233BE1E4E}">
      <dgm:prSet/>
      <dgm:spPr>
        <a:solidFill>
          <a:srgbClr val="CFE6E0">
            <a:alpha val="90000"/>
          </a:srgb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AI generated daily meal Plans</a:t>
          </a:r>
        </a:p>
      </dgm:t>
    </dgm:pt>
    <dgm:pt modelId="{395313E8-CA74-4935-A5FD-45B7D1825980}" type="parTrans" cxnId="{49DC0CF3-BC35-49DF-B40F-8C2640347DFD}">
      <dgm:prSet/>
      <dgm:spPr/>
      <dgm:t>
        <a:bodyPr/>
        <a:lstStyle/>
        <a:p>
          <a:endParaRPr lang="en-US"/>
        </a:p>
      </dgm:t>
    </dgm:pt>
    <dgm:pt modelId="{32B9C7FE-1E88-4966-B370-1AFBD0A7EA6E}" type="sibTrans" cxnId="{49DC0CF3-BC35-49DF-B40F-8C2640347DFD}">
      <dgm:prSet/>
      <dgm:spPr/>
      <dgm:t>
        <a:bodyPr/>
        <a:lstStyle/>
        <a:p>
          <a:endParaRPr lang="en-US"/>
        </a:p>
      </dgm:t>
    </dgm:pt>
    <dgm:pt modelId="{DFF54CF4-CA70-4E6D-AC54-3D1B2EB76ACA}">
      <dgm:prSet/>
      <dgm:spPr>
        <a:solidFill>
          <a:srgbClr val="CFE6E0">
            <a:alpha val="90000"/>
          </a:srgb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Single Interface  for all features</a:t>
          </a:r>
        </a:p>
      </dgm:t>
    </dgm:pt>
    <dgm:pt modelId="{1DA332BF-7C0F-4FF5-96A0-D2DFE1740AEC}" type="parTrans" cxnId="{E87BE8D5-2279-41EF-8B80-A6E6DC7C2C82}">
      <dgm:prSet/>
      <dgm:spPr/>
      <dgm:t>
        <a:bodyPr/>
        <a:lstStyle/>
        <a:p>
          <a:endParaRPr lang="en-US"/>
        </a:p>
      </dgm:t>
    </dgm:pt>
    <dgm:pt modelId="{DC4353E9-D8A4-43A2-8CB1-EC8E6F599C02}" type="sibTrans" cxnId="{E87BE8D5-2279-41EF-8B80-A6E6DC7C2C82}">
      <dgm:prSet/>
      <dgm:spPr/>
      <dgm:t>
        <a:bodyPr/>
        <a:lstStyle/>
        <a:p>
          <a:endParaRPr lang="en-US"/>
        </a:p>
      </dgm:t>
    </dgm:pt>
    <dgm:pt modelId="{65833EFD-F178-40E5-A1D8-F693E30A76CF}" type="pres">
      <dgm:prSet presAssocID="{9835CDFE-CF01-41FE-B22E-772F5E48D5E0}" presName="root" presStyleCnt="0">
        <dgm:presLayoutVars>
          <dgm:dir/>
          <dgm:resizeHandles val="exact"/>
        </dgm:presLayoutVars>
      </dgm:prSet>
      <dgm:spPr/>
    </dgm:pt>
    <dgm:pt modelId="{FCE0BC16-A1AD-4585-BE64-B6218839771E}" type="pres">
      <dgm:prSet presAssocID="{A456B783-0B30-4FF4-9C0B-BB8763C564FB}" presName="compNode" presStyleCnt="0"/>
      <dgm:spPr/>
    </dgm:pt>
    <dgm:pt modelId="{65178110-F389-4262-B025-D8115E540B1D}" type="pres">
      <dgm:prSet presAssocID="{A456B783-0B30-4FF4-9C0B-BB8763C564FB}" presName="bgRect" presStyleLbl="bgShp" presStyleIdx="0" presStyleCnt="5"/>
      <dgm:spPr/>
    </dgm:pt>
    <dgm:pt modelId="{EF6033AF-B104-4903-8341-7A2122FE11FD}" type="pres">
      <dgm:prSet presAssocID="{A456B783-0B30-4FF4-9C0B-BB8763C564F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5C28539D-9AE8-47C4-A8D1-D15C9EA56435}" type="pres">
      <dgm:prSet presAssocID="{A456B783-0B30-4FF4-9C0B-BB8763C564FB}" presName="spaceRect" presStyleCnt="0"/>
      <dgm:spPr/>
    </dgm:pt>
    <dgm:pt modelId="{0224C2E0-B53D-4964-A0DD-F77587D632EE}" type="pres">
      <dgm:prSet presAssocID="{A456B783-0B30-4FF4-9C0B-BB8763C564FB}" presName="parTx" presStyleLbl="revTx" presStyleIdx="0" presStyleCnt="10">
        <dgm:presLayoutVars>
          <dgm:chMax val="0"/>
          <dgm:chPref val="0"/>
        </dgm:presLayoutVars>
      </dgm:prSet>
      <dgm:spPr/>
    </dgm:pt>
    <dgm:pt modelId="{FBF70061-D45E-4219-9722-96048B0E6A3A}" type="pres">
      <dgm:prSet presAssocID="{A456B783-0B30-4FF4-9C0B-BB8763C564FB}" presName="desTx" presStyleLbl="revTx" presStyleIdx="1" presStyleCnt="10">
        <dgm:presLayoutVars/>
      </dgm:prSet>
      <dgm:spPr/>
    </dgm:pt>
    <dgm:pt modelId="{9981AD22-E1AF-4B34-91F6-D62970758DBD}" type="pres">
      <dgm:prSet presAssocID="{22B19DCB-C34F-4F60-967D-6876010B8E43}" presName="sibTrans" presStyleCnt="0"/>
      <dgm:spPr/>
    </dgm:pt>
    <dgm:pt modelId="{5FF018E0-5B5D-402B-ADAE-4C62D0F1DAD8}" type="pres">
      <dgm:prSet presAssocID="{6DDF84D4-4269-40FD-B37D-F580481F5F58}" presName="compNode" presStyleCnt="0"/>
      <dgm:spPr/>
    </dgm:pt>
    <dgm:pt modelId="{0243FFF3-C1FC-4E05-8F35-E55DB632D137}" type="pres">
      <dgm:prSet presAssocID="{6DDF84D4-4269-40FD-B37D-F580481F5F58}" presName="bgRect" presStyleLbl="bgShp" presStyleIdx="1" presStyleCnt="5"/>
      <dgm:spPr/>
    </dgm:pt>
    <dgm:pt modelId="{FA748FDC-890F-4FB6-A6E8-A2E5C4A03A70}" type="pres">
      <dgm:prSet presAssocID="{6DDF84D4-4269-40FD-B37D-F580481F5F5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 with solid fill"/>
        </a:ext>
      </dgm:extLst>
    </dgm:pt>
    <dgm:pt modelId="{5D999936-53E3-4603-81F0-BC63FEE05398}" type="pres">
      <dgm:prSet presAssocID="{6DDF84D4-4269-40FD-B37D-F580481F5F58}" presName="spaceRect" presStyleCnt="0"/>
      <dgm:spPr/>
    </dgm:pt>
    <dgm:pt modelId="{F050E947-AE48-4A67-AEDB-135BF7053FF2}" type="pres">
      <dgm:prSet presAssocID="{6DDF84D4-4269-40FD-B37D-F580481F5F58}" presName="parTx" presStyleLbl="revTx" presStyleIdx="2" presStyleCnt="10">
        <dgm:presLayoutVars>
          <dgm:chMax val="0"/>
          <dgm:chPref val="0"/>
        </dgm:presLayoutVars>
      </dgm:prSet>
      <dgm:spPr/>
    </dgm:pt>
    <dgm:pt modelId="{0C9CC483-49AB-4341-8C92-3852DEF3F835}" type="pres">
      <dgm:prSet presAssocID="{6DDF84D4-4269-40FD-B37D-F580481F5F58}" presName="desTx" presStyleLbl="revTx" presStyleIdx="3" presStyleCnt="10">
        <dgm:presLayoutVars/>
      </dgm:prSet>
      <dgm:spPr/>
    </dgm:pt>
    <dgm:pt modelId="{769D7539-0BA3-404F-88B8-418E41E9FF4A}" type="pres">
      <dgm:prSet presAssocID="{EDE17AF6-E496-4276-B9CC-3DE431E8298B}" presName="sibTrans" presStyleCnt="0"/>
      <dgm:spPr/>
    </dgm:pt>
    <dgm:pt modelId="{A54706D4-FE91-4A1E-BEC9-B3D6B11BFC15}" type="pres">
      <dgm:prSet presAssocID="{3A57B4A6-36E6-409C-896F-55D8CF1313E9}" presName="compNode" presStyleCnt="0"/>
      <dgm:spPr/>
    </dgm:pt>
    <dgm:pt modelId="{AA3C5907-917C-47F1-B70D-673A19683AB7}" type="pres">
      <dgm:prSet presAssocID="{3A57B4A6-36E6-409C-896F-55D8CF1313E9}" presName="bgRect" presStyleLbl="bgShp" presStyleIdx="2" presStyleCnt="5"/>
      <dgm:spPr>
        <a:solidFill>
          <a:srgbClr val="CFE6E0"/>
        </a:solidFill>
      </dgm:spPr>
    </dgm:pt>
    <dgm:pt modelId="{B4864CB3-13BF-4085-93A3-BBFDA8D2C39C}" type="pres">
      <dgm:prSet presAssocID="{3A57B4A6-36E6-409C-896F-55D8CF1313E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90FD4A7-098B-449A-843B-D2AA4984EAF3}" type="pres">
      <dgm:prSet presAssocID="{3A57B4A6-36E6-409C-896F-55D8CF1313E9}" presName="spaceRect" presStyleCnt="0"/>
      <dgm:spPr/>
    </dgm:pt>
    <dgm:pt modelId="{8EFCF2CE-706C-4097-AE3D-7E162ABE0B4E}" type="pres">
      <dgm:prSet presAssocID="{3A57B4A6-36E6-409C-896F-55D8CF1313E9}" presName="parTx" presStyleLbl="revTx" presStyleIdx="4" presStyleCnt="10">
        <dgm:presLayoutVars>
          <dgm:chMax val="0"/>
          <dgm:chPref val="0"/>
        </dgm:presLayoutVars>
      </dgm:prSet>
      <dgm:spPr/>
    </dgm:pt>
    <dgm:pt modelId="{8420B16B-F5FC-4775-B01A-536F9363200F}" type="pres">
      <dgm:prSet presAssocID="{3A57B4A6-36E6-409C-896F-55D8CF1313E9}" presName="desTx" presStyleLbl="revTx" presStyleIdx="5" presStyleCnt="10">
        <dgm:presLayoutVars/>
      </dgm:prSet>
      <dgm:spPr/>
    </dgm:pt>
    <dgm:pt modelId="{BFC638B8-553D-42C0-B74E-4806335D4E9E}" type="pres">
      <dgm:prSet presAssocID="{7C4CD4C1-8B63-4C03-8141-FF96D043C636}" presName="sibTrans" presStyleCnt="0"/>
      <dgm:spPr/>
    </dgm:pt>
    <dgm:pt modelId="{57B0CB5F-2CDF-4DAF-BF48-5539E51F4C6D}" type="pres">
      <dgm:prSet presAssocID="{F42B85BC-0745-49C2-9621-CB70EB5443E0}" presName="compNode" presStyleCnt="0"/>
      <dgm:spPr/>
    </dgm:pt>
    <dgm:pt modelId="{C3A6C142-8E77-4168-A4F3-D6D31A8E2083}" type="pres">
      <dgm:prSet presAssocID="{F42B85BC-0745-49C2-9621-CB70EB5443E0}" presName="bgRect" presStyleLbl="bgShp" presStyleIdx="3" presStyleCnt="5"/>
      <dgm:spPr/>
    </dgm:pt>
    <dgm:pt modelId="{2CF20622-82F5-448B-A9B5-08E3B70DEAA3}" type="pres">
      <dgm:prSet presAssocID="{F42B85BC-0745-49C2-9621-CB70EB5443E0}" presName="iconRect" presStyleLbl="node1" presStyleIdx="3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7B4378B-3FB1-4A13-9CA6-80252D1376E4}" type="pres">
      <dgm:prSet presAssocID="{F42B85BC-0745-49C2-9621-CB70EB5443E0}" presName="spaceRect" presStyleCnt="0"/>
      <dgm:spPr/>
    </dgm:pt>
    <dgm:pt modelId="{57C110B1-E9DC-4528-8344-72B4EDBCB4D6}" type="pres">
      <dgm:prSet presAssocID="{F42B85BC-0745-49C2-9621-CB70EB5443E0}" presName="parTx" presStyleLbl="revTx" presStyleIdx="6" presStyleCnt="10">
        <dgm:presLayoutVars>
          <dgm:chMax val="0"/>
          <dgm:chPref val="0"/>
        </dgm:presLayoutVars>
      </dgm:prSet>
      <dgm:spPr/>
    </dgm:pt>
    <dgm:pt modelId="{3A876615-129D-4E73-9E9C-EBF7E8E819C6}" type="pres">
      <dgm:prSet presAssocID="{F42B85BC-0745-49C2-9621-CB70EB5443E0}" presName="desTx" presStyleLbl="revTx" presStyleIdx="7" presStyleCnt="10">
        <dgm:presLayoutVars/>
      </dgm:prSet>
      <dgm:spPr/>
    </dgm:pt>
    <dgm:pt modelId="{CF9179D7-DBBA-4D51-BC99-1CC20612C190}" type="pres">
      <dgm:prSet presAssocID="{EC5DB7F9-FA98-4C2B-AFBD-928D7A3F7CD8}" presName="sibTrans" presStyleCnt="0"/>
      <dgm:spPr/>
    </dgm:pt>
    <dgm:pt modelId="{BBF767F5-6D10-45AE-8A41-39D6E41021B8}" type="pres">
      <dgm:prSet presAssocID="{7C3BAFFD-A528-4031-9DB8-8758DE0F5191}" presName="compNode" presStyleCnt="0"/>
      <dgm:spPr/>
    </dgm:pt>
    <dgm:pt modelId="{FCE2040E-26B8-4AF9-9984-4CAFD536DD32}" type="pres">
      <dgm:prSet presAssocID="{7C3BAFFD-A528-4031-9DB8-8758DE0F5191}" presName="bgRect" presStyleLbl="bgShp" presStyleIdx="4" presStyleCnt="5"/>
      <dgm:spPr/>
    </dgm:pt>
    <dgm:pt modelId="{92B982E6-7B0D-45A5-B153-46921AA213A7}" type="pres">
      <dgm:prSet presAssocID="{7C3BAFFD-A528-4031-9DB8-8758DE0F5191}" presName="iconRect" presStyleLbl="node1" presStyleIdx="4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 with solid fill"/>
        </a:ext>
      </dgm:extLst>
    </dgm:pt>
    <dgm:pt modelId="{9F52E707-195A-4F05-AB2C-0835F8FA8F48}" type="pres">
      <dgm:prSet presAssocID="{7C3BAFFD-A528-4031-9DB8-8758DE0F5191}" presName="spaceRect" presStyleCnt="0"/>
      <dgm:spPr/>
    </dgm:pt>
    <dgm:pt modelId="{2C116C5A-6837-46A0-AE31-67E7174F923D}" type="pres">
      <dgm:prSet presAssocID="{7C3BAFFD-A528-4031-9DB8-8758DE0F5191}" presName="parTx" presStyleLbl="revTx" presStyleIdx="8" presStyleCnt="10">
        <dgm:presLayoutVars>
          <dgm:chMax val="0"/>
          <dgm:chPref val="0"/>
        </dgm:presLayoutVars>
      </dgm:prSet>
      <dgm:spPr/>
    </dgm:pt>
    <dgm:pt modelId="{31A5FD51-09D3-473A-8EF0-0B28E4977245}" type="pres">
      <dgm:prSet presAssocID="{7C3BAFFD-A528-4031-9DB8-8758DE0F5191}" presName="desTx" presStyleLbl="revTx" presStyleIdx="9" presStyleCnt="10">
        <dgm:presLayoutVars/>
      </dgm:prSet>
      <dgm:spPr/>
    </dgm:pt>
  </dgm:ptLst>
  <dgm:cxnLst>
    <dgm:cxn modelId="{F2B6C139-1C25-472E-8D78-C020714BBBAA}" srcId="{6DDF84D4-4269-40FD-B37D-F580481F5F58}" destId="{134B80E3-D0FA-4015-AA8F-8C22CD3F9E36}" srcOrd="0" destOrd="0" parTransId="{2AFAF15C-7200-447C-BE8C-78C6723DB527}" sibTransId="{90331408-308F-4941-9EE7-341AE1E11A0A}"/>
    <dgm:cxn modelId="{C8C0E35E-E25C-4EDE-9231-F99CAAF0154C}" type="presOf" srcId="{6F803073-039B-4D26-B9C3-F78D1DD71A57}" destId="{8420B16B-F5FC-4775-B01A-536F9363200F}" srcOrd="0" destOrd="0" presId="urn:microsoft.com/office/officeart/2018/2/layout/IconVerticalSolidList"/>
    <dgm:cxn modelId="{F45DE85E-8BD5-4B80-8616-DF26BD4A4B49}" type="presOf" srcId="{97D1AD9D-6529-41B5-BA2D-8B8233BE1E4E}" destId="{3A876615-129D-4E73-9E9C-EBF7E8E819C6}" srcOrd="0" destOrd="0" presId="urn:microsoft.com/office/officeart/2018/2/layout/IconVerticalSolidList"/>
    <dgm:cxn modelId="{51AD2C41-9BB0-4595-BD8A-9F1BAA0AC747}" srcId="{A456B783-0B30-4FF4-9C0B-BB8763C564FB}" destId="{0E42747A-7DC9-44AB-A6A9-6879CA421D8A}" srcOrd="0" destOrd="0" parTransId="{D9763DC6-7DFF-4322-B2C1-C9CB5557D6C1}" sibTransId="{20058ED9-8D6C-48B5-9CDF-4E7221C499E3}"/>
    <dgm:cxn modelId="{C4C44B46-1E8F-43B4-823E-D601F3D3949B}" srcId="{9835CDFE-CF01-41FE-B22E-772F5E48D5E0}" destId="{6DDF84D4-4269-40FD-B37D-F580481F5F58}" srcOrd="1" destOrd="0" parTransId="{040EF9CF-A1EC-439A-99C2-827439E7D923}" sibTransId="{EDE17AF6-E496-4276-B9CC-3DE431E8298B}"/>
    <dgm:cxn modelId="{500A5A6B-8037-44C4-AAAF-9678A14A414A}" srcId="{9835CDFE-CF01-41FE-B22E-772F5E48D5E0}" destId="{A456B783-0B30-4FF4-9C0B-BB8763C564FB}" srcOrd="0" destOrd="0" parTransId="{21A77A3D-B346-4B7C-8A3F-5BEFFAACF611}" sibTransId="{22B19DCB-C34F-4F60-967D-6876010B8E43}"/>
    <dgm:cxn modelId="{8B1F996D-8A49-458B-A53F-D449895EC860}" srcId="{9835CDFE-CF01-41FE-B22E-772F5E48D5E0}" destId="{7C3BAFFD-A528-4031-9DB8-8758DE0F5191}" srcOrd="4" destOrd="0" parTransId="{AAF0BC4D-70DB-458F-9178-936C574834CD}" sibTransId="{523760A3-F299-4515-BB05-45FB823D556F}"/>
    <dgm:cxn modelId="{121F9572-5542-405E-AC77-011396F2A2A4}" type="presOf" srcId="{7C3BAFFD-A528-4031-9DB8-8758DE0F5191}" destId="{2C116C5A-6837-46A0-AE31-67E7174F923D}" srcOrd="0" destOrd="0" presId="urn:microsoft.com/office/officeart/2018/2/layout/IconVerticalSolidList"/>
    <dgm:cxn modelId="{0490E255-DC74-4034-9C90-4500DB98A426}" type="presOf" srcId="{F42B85BC-0745-49C2-9621-CB70EB5443E0}" destId="{57C110B1-E9DC-4528-8344-72B4EDBCB4D6}" srcOrd="0" destOrd="0" presId="urn:microsoft.com/office/officeart/2018/2/layout/IconVerticalSolidList"/>
    <dgm:cxn modelId="{4446078E-8EF6-4804-91C8-114628213333}" srcId="{9835CDFE-CF01-41FE-B22E-772F5E48D5E0}" destId="{3A57B4A6-36E6-409C-896F-55D8CF1313E9}" srcOrd="2" destOrd="0" parTransId="{69304B6F-A1DC-4792-A555-F1FAE1D363A7}" sibTransId="{7C4CD4C1-8B63-4C03-8141-FF96D043C636}"/>
    <dgm:cxn modelId="{D95BFE8E-8018-406F-8503-E2B3FACBE25B}" type="presOf" srcId="{DFF54CF4-CA70-4E6D-AC54-3D1B2EB76ACA}" destId="{31A5FD51-09D3-473A-8EF0-0B28E4977245}" srcOrd="0" destOrd="0" presId="urn:microsoft.com/office/officeart/2018/2/layout/IconVerticalSolidList"/>
    <dgm:cxn modelId="{1D447392-FB5F-4390-BD5A-1827FC9906B8}" srcId="{9835CDFE-CF01-41FE-B22E-772F5E48D5E0}" destId="{F42B85BC-0745-49C2-9621-CB70EB5443E0}" srcOrd="3" destOrd="0" parTransId="{CD48DB0F-BD67-4CD3-9B3F-45798907D5EE}" sibTransId="{EC5DB7F9-FA98-4C2B-AFBD-928D7A3F7CD8}"/>
    <dgm:cxn modelId="{A6B23E98-09AA-4736-BB29-42BFE494D4C7}" type="presOf" srcId="{A456B783-0B30-4FF4-9C0B-BB8763C564FB}" destId="{0224C2E0-B53D-4964-A0DD-F77587D632EE}" srcOrd="0" destOrd="0" presId="urn:microsoft.com/office/officeart/2018/2/layout/IconVerticalSolidList"/>
    <dgm:cxn modelId="{609C609D-161B-42EF-B9F3-93F312138708}" srcId="{3A57B4A6-36E6-409C-896F-55D8CF1313E9}" destId="{6F803073-039B-4D26-B9C3-F78D1DD71A57}" srcOrd="0" destOrd="0" parTransId="{13C1D7E3-29CC-4188-B5AE-8079F508673F}" sibTransId="{E8BFCF1C-B82C-4D4A-88AF-F91B7E591700}"/>
    <dgm:cxn modelId="{6BC66EA0-9DCD-429D-981F-D40FC2EAC1FC}" type="presOf" srcId="{3A57B4A6-36E6-409C-896F-55D8CF1313E9}" destId="{8EFCF2CE-706C-4097-AE3D-7E162ABE0B4E}" srcOrd="0" destOrd="0" presId="urn:microsoft.com/office/officeart/2018/2/layout/IconVerticalSolidList"/>
    <dgm:cxn modelId="{E87BE8D5-2279-41EF-8B80-A6E6DC7C2C82}" srcId="{7C3BAFFD-A528-4031-9DB8-8758DE0F5191}" destId="{DFF54CF4-CA70-4E6D-AC54-3D1B2EB76ACA}" srcOrd="0" destOrd="0" parTransId="{1DA332BF-7C0F-4FF5-96A0-D2DFE1740AEC}" sibTransId="{DC4353E9-D8A4-43A2-8CB1-EC8E6F599C02}"/>
    <dgm:cxn modelId="{09A60CDD-09D4-4A1E-8473-3BA5E32BD9A7}" type="presOf" srcId="{134B80E3-D0FA-4015-AA8F-8C22CD3F9E36}" destId="{0C9CC483-49AB-4341-8C92-3852DEF3F835}" srcOrd="0" destOrd="0" presId="urn:microsoft.com/office/officeart/2018/2/layout/IconVerticalSolidList"/>
    <dgm:cxn modelId="{379A48E0-2FC4-446C-B15F-25672E7CFB84}" type="presOf" srcId="{9835CDFE-CF01-41FE-B22E-772F5E48D5E0}" destId="{65833EFD-F178-40E5-A1D8-F693E30A76CF}" srcOrd="0" destOrd="0" presId="urn:microsoft.com/office/officeart/2018/2/layout/IconVerticalSolidList"/>
    <dgm:cxn modelId="{AC7B2AEA-0BAE-4C89-B78A-924CC2F536A2}" type="presOf" srcId="{6DDF84D4-4269-40FD-B37D-F580481F5F58}" destId="{F050E947-AE48-4A67-AEDB-135BF7053FF2}" srcOrd="0" destOrd="0" presId="urn:microsoft.com/office/officeart/2018/2/layout/IconVerticalSolidList"/>
    <dgm:cxn modelId="{49DC0CF3-BC35-49DF-B40F-8C2640347DFD}" srcId="{F42B85BC-0745-49C2-9621-CB70EB5443E0}" destId="{97D1AD9D-6529-41B5-BA2D-8B8233BE1E4E}" srcOrd="0" destOrd="0" parTransId="{395313E8-CA74-4935-A5FD-45B7D1825980}" sibTransId="{32B9C7FE-1E88-4966-B370-1AFBD0A7EA6E}"/>
    <dgm:cxn modelId="{7CEB56F4-DE03-4057-B1BA-7D2F8B083E6D}" type="presOf" srcId="{0E42747A-7DC9-44AB-A6A9-6879CA421D8A}" destId="{FBF70061-D45E-4219-9722-96048B0E6A3A}" srcOrd="0" destOrd="0" presId="urn:microsoft.com/office/officeart/2018/2/layout/IconVerticalSolidList"/>
    <dgm:cxn modelId="{9E7ED188-EA87-4601-8763-552AE890CA5A}" type="presParOf" srcId="{65833EFD-F178-40E5-A1D8-F693E30A76CF}" destId="{FCE0BC16-A1AD-4585-BE64-B6218839771E}" srcOrd="0" destOrd="0" presId="urn:microsoft.com/office/officeart/2018/2/layout/IconVerticalSolidList"/>
    <dgm:cxn modelId="{B13528A6-16A6-435B-9456-72092D3E7A1B}" type="presParOf" srcId="{FCE0BC16-A1AD-4585-BE64-B6218839771E}" destId="{65178110-F389-4262-B025-D8115E540B1D}" srcOrd="0" destOrd="0" presId="urn:microsoft.com/office/officeart/2018/2/layout/IconVerticalSolidList"/>
    <dgm:cxn modelId="{84FA4950-8BFF-48B2-BEF6-5A9E45C704D8}" type="presParOf" srcId="{FCE0BC16-A1AD-4585-BE64-B6218839771E}" destId="{EF6033AF-B104-4903-8341-7A2122FE11FD}" srcOrd="1" destOrd="0" presId="urn:microsoft.com/office/officeart/2018/2/layout/IconVerticalSolidList"/>
    <dgm:cxn modelId="{E6243210-5197-4928-88EE-37F6CEB305CD}" type="presParOf" srcId="{FCE0BC16-A1AD-4585-BE64-B6218839771E}" destId="{5C28539D-9AE8-47C4-A8D1-D15C9EA56435}" srcOrd="2" destOrd="0" presId="urn:microsoft.com/office/officeart/2018/2/layout/IconVerticalSolidList"/>
    <dgm:cxn modelId="{351A77D2-89A5-4FCC-AE0C-747E1DF6E9A7}" type="presParOf" srcId="{FCE0BC16-A1AD-4585-BE64-B6218839771E}" destId="{0224C2E0-B53D-4964-A0DD-F77587D632EE}" srcOrd="3" destOrd="0" presId="urn:microsoft.com/office/officeart/2018/2/layout/IconVerticalSolidList"/>
    <dgm:cxn modelId="{B1C0C6B3-C4C8-4A06-876E-735BF7F5553E}" type="presParOf" srcId="{FCE0BC16-A1AD-4585-BE64-B6218839771E}" destId="{FBF70061-D45E-4219-9722-96048B0E6A3A}" srcOrd="4" destOrd="0" presId="urn:microsoft.com/office/officeart/2018/2/layout/IconVerticalSolidList"/>
    <dgm:cxn modelId="{F5D11C57-CB7B-4E8C-AD9F-36AF0EFE8B94}" type="presParOf" srcId="{65833EFD-F178-40E5-A1D8-F693E30A76CF}" destId="{9981AD22-E1AF-4B34-91F6-D62970758DBD}" srcOrd="1" destOrd="0" presId="urn:microsoft.com/office/officeart/2018/2/layout/IconVerticalSolidList"/>
    <dgm:cxn modelId="{D9F33423-5A52-4E87-91F1-652235D8B5BD}" type="presParOf" srcId="{65833EFD-F178-40E5-A1D8-F693E30A76CF}" destId="{5FF018E0-5B5D-402B-ADAE-4C62D0F1DAD8}" srcOrd="2" destOrd="0" presId="urn:microsoft.com/office/officeart/2018/2/layout/IconVerticalSolidList"/>
    <dgm:cxn modelId="{B342FD40-FC5A-407C-B94B-F0B1A5D0A88F}" type="presParOf" srcId="{5FF018E0-5B5D-402B-ADAE-4C62D0F1DAD8}" destId="{0243FFF3-C1FC-4E05-8F35-E55DB632D137}" srcOrd="0" destOrd="0" presId="urn:microsoft.com/office/officeart/2018/2/layout/IconVerticalSolidList"/>
    <dgm:cxn modelId="{E3A09075-4B02-4965-95BD-1B5AA747B1F3}" type="presParOf" srcId="{5FF018E0-5B5D-402B-ADAE-4C62D0F1DAD8}" destId="{FA748FDC-890F-4FB6-A6E8-A2E5C4A03A70}" srcOrd="1" destOrd="0" presId="urn:microsoft.com/office/officeart/2018/2/layout/IconVerticalSolidList"/>
    <dgm:cxn modelId="{EB2B0A62-19EA-4E31-A334-43D5E8885561}" type="presParOf" srcId="{5FF018E0-5B5D-402B-ADAE-4C62D0F1DAD8}" destId="{5D999936-53E3-4603-81F0-BC63FEE05398}" srcOrd="2" destOrd="0" presId="urn:microsoft.com/office/officeart/2018/2/layout/IconVerticalSolidList"/>
    <dgm:cxn modelId="{1AEA655B-170C-4D6F-BAC0-686FC8C3D2B2}" type="presParOf" srcId="{5FF018E0-5B5D-402B-ADAE-4C62D0F1DAD8}" destId="{F050E947-AE48-4A67-AEDB-135BF7053FF2}" srcOrd="3" destOrd="0" presId="urn:microsoft.com/office/officeart/2018/2/layout/IconVerticalSolidList"/>
    <dgm:cxn modelId="{1AD73835-DCFB-4E7A-A48A-4FFDD91E19B7}" type="presParOf" srcId="{5FF018E0-5B5D-402B-ADAE-4C62D0F1DAD8}" destId="{0C9CC483-49AB-4341-8C92-3852DEF3F835}" srcOrd="4" destOrd="0" presId="urn:microsoft.com/office/officeart/2018/2/layout/IconVerticalSolidList"/>
    <dgm:cxn modelId="{810E14FD-1401-45C8-9E09-0119D2122580}" type="presParOf" srcId="{65833EFD-F178-40E5-A1D8-F693E30A76CF}" destId="{769D7539-0BA3-404F-88B8-418E41E9FF4A}" srcOrd="3" destOrd="0" presId="urn:microsoft.com/office/officeart/2018/2/layout/IconVerticalSolidList"/>
    <dgm:cxn modelId="{10BE7F4A-F418-441A-9FFE-BB0B24E0A78B}" type="presParOf" srcId="{65833EFD-F178-40E5-A1D8-F693E30A76CF}" destId="{A54706D4-FE91-4A1E-BEC9-B3D6B11BFC15}" srcOrd="4" destOrd="0" presId="urn:microsoft.com/office/officeart/2018/2/layout/IconVerticalSolidList"/>
    <dgm:cxn modelId="{8B4BE9D3-51B9-41E2-A5D5-191F8BF65BF8}" type="presParOf" srcId="{A54706D4-FE91-4A1E-BEC9-B3D6B11BFC15}" destId="{AA3C5907-917C-47F1-B70D-673A19683AB7}" srcOrd="0" destOrd="0" presId="urn:microsoft.com/office/officeart/2018/2/layout/IconVerticalSolidList"/>
    <dgm:cxn modelId="{34B5B208-5649-4B71-AE7C-302BF585C5C6}" type="presParOf" srcId="{A54706D4-FE91-4A1E-BEC9-B3D6B11BFC15}" destId="{B4864CB3-13BF-4085-93A3-BBFDA8D2C39C}" srcOrd="1" destOrd="0" presId="urn:microsoft.com/office/officeart/2018/2/layout/IconVerticalSolidList"/>
    <dgm:cxn modelId="{86EC071B-4C15-4DF1-BF8B-A30B1FB4AD2B}" type="presParOf" srcId="{A54706D4-FE91-4A1E-BEC9-B3D6B11BFC15}" destId="{090FD4A7-098B-449A-843B-D2AA4984EAF3}" srcOrd="2" destOrd="0" presId="urn:microsoft.com/office/officeart/2018/2/layout/IconVerticalSolidList"/>
    <dgm:cxn modelId="{2CC9D68D-1528-441E-9390-6DB038D374D7}" type="presParOf" srcId="{A54706D4-FE91-4A1E-BEC9-B3D6B11BFC15}" destId="{8EFCF2CE-706C-4097-AE3D-7E162ABE0B4E}" srcOrd="3" destOrd="0" presId="urn:microsoft.com/office/officeart/2018/2/layout/IconVerticalSolidList"/>
    <dgm:cxn modelId="{D57A2861-78F3-47E2-9AAD-996A5D46C19C}" type="presParOf" srcId="{A54706D4-FE91-4A1E-BEC9-B3D6B11BFC15}" destId="{8420B16B-F5FC-4775-B01A-536F9363200F}" srcOrd="4" destOrd="0" presId="urn:microsoft.com/office/officeart/2018/2/layout/IconVerticalSolidList"/>
    <dgm:cxn modelId="{B49C15CA-A5F5-4000-A04F-F07C31390AC2}" type="presParOf" srcId="{65833EFD-F178-40E5-A1D8-F693E30A76CF}" destId="{BFC638B8-553D-42C0-B74E-4806335D4E9E}" srcOrd="5" destOrd="0" presId="urn:microsoft.com/office/officeart/2018/2/layout/IconVerticalSolidList"/>
    <dgm:cxn modelId="{C3CED58D-D94A-41A8-B976-D51E696DE6CB}" type="presParOf" srcId="{65833EFD-F178-40E5-A1D8-F693E30A76CF}" destId="{57B0CB5F-2CDF-4DAF-BF48-5539E51F4C6D}" srcOrd="6" destOrd="0" presId="urn:microsoft.com/office/officeart/2018/2/layout/IconVerticalSolidList"/>
    <dgm:cxn modelId="{48416052-C46E-4EEA-B347-6AB29CDF6520}" type="presParOf" srcId="{57B0CB5F-2CDF-4DAF-BF48-5539E51F4C6D}" destId="{C3A6C142-8E77-4168-A4F3-D6D31A8E2083}" srcOrd="0" destOrd="0" presId="urn:microsoft.com/office/officeart/2018/2/layout/IconVerticalSolidList"/>
    <dgm:cxn modelId="{AB05FBC3-6462-47CB-9437-B61679211DD5}" type="presParOf" srcId="{57B0CB5F-2CDF-4DAF-BF48-5539E51F4C6D}" destId="{2CF20622-82F5-448B-A9B5-08E3B70DEAA3}" srcOrd="1" destOrd="0" presId="urn:microsoft.com/office/officeart/2018/2/layout/IconVerticalSolidList"/>
    <dgm:cxn modelId="{FC912B0F-5CFA-4A9B-AAED-13BF15DCC323}" type="presParOf" srcId="{57B0CB5F-2CDF-4DAF-BF48-5539E51F4C6D}" destId="{07B4378B-3FB1-4A13-9CA6-80252D1376E4}" srcOrd="2" destOrd="0" presId="urn:microsoft.com/office/officeart/2018/2/layout/IconVerticalSolidList"/>
    <dgm:cxn modelId="{F75DC8D5-DED4-476D-87E0-7C65665D561B}" type="presParOf" srcId="{57B0CB5F-2CDF-4DAF-BF48-5539E51F4C6D}" destId="{57C110B1-E9DC-4528-8344-72B4EDBCB4D6}" srcOrd="3" destOrd="0" presId="urn:microsoft.com/office/officeart/2018/2/layout/IconVerticalSolidList"/>
    <dgm:cxn modelId="{F00A98D4-95AE-4632-8CDB-91AF5F216FDE}" type="presParOf" srcId="{57B0CB5F-2CDF-4DAF-BF48-5539E51F4C6D}" destId="{3A876615-129D-4E73-9E9C-EBF7E8E819C6}" srcOrd="4" destOrd="0" presId="urn:microsoft.com/office/officeart/2018/2/layout/IconVerticalSolidList"/>
    <dgm:cxn modelId="{E116F17F-698D-4B53-B0FA-7DCC07424276}" type="presParOf" srcId="{65833EFD-F178-40E5-A1D8-F693E30A76CF}" destId="{CF9179D7-DBBA-4D51-BC99-1CC20612C190}" srcOrd="7" destOrd="0" presId="urn:microsoft.com/office/officeart/2018/2/layout/IconVerticalSolidList"/>
    <dgm:cxn modelId="{79E66D1A-B965-4012-98A8-16067780831E}" type="presParOf" srcId="{65833EFD-F178-40E5-A1D8-F693E30A76CF}" destId="{BBF767F5-6D10-45AE-8A41-39D6E41021B8}" srcOrd="8" destOrd="0" presId="urn:microsoft.com/office/officeart/2018/2/layout/IconVerticalSolidList"/>
    <dgm:cxn modelId="{FF540091-E187-4D61-8410-A4F3A3F66FD5}" type="presParOf" srcId="{BBF767F5-6D10-45AE-8A41-39D6E41021B8}" destId="{FCE2040E-26B8-4AF9-9984-4CAFD536DD32}" srcOrd="0" destOrd="0" presId="urn:microsoft.com/office/officeart/2018/2/layout/IconVerticalSolidList"/>
    <dgm:cxn modelId="{F20AF584-3211-4B4F-8191-CDA302574653}" type="presParOf" srcId="{BBF767F5-6D10-45AE-8A41-39D6E41021B8}" destId="{92B982E6-7B0D-45A5-B153-46921AA213A7}" srcOrd="1" destOrd="0" presId="urn:microsoft.com/office/officeart/2018/2/layout/IconVerticalSolidList"/>
    <dgm:cxn modelId="{127B3C23-B9CA-45D1-A864-3B3A93EBDD25}" type="presParOf" srcId="{BBF767F5-6D10-45AE-8A41-39D6E41021B8}" destId="{9F52E707-195A-4F05-AB2C-0835F8FA8F48}" srcOrd="2" destOrd="0" presId="urn:microsoft.com/office/officeart/2018/2/layout/IconVerticalSolidList"/>
    <dgm:cxn modelId="{B8B1C32B-EF6F-4DF0-9CC7-01968F210DD2}" type="presParOf" srcId="{BBF767F5-6D10-45AE-8A41-39D6E41021B8}" destId="{2C116C5A-6837-46A0-AE31-67E7174F923D}" srcOrd="3" destOrd="0" presId="urn:microsoft.com/office/officeart/2018/2/layout/IconVerticalSolidList"/>
    <dgm:cxn modelId="{1D22780B-D336-4A4A-8593-9B46A31C7624}" type="presParOf" srcId="{BBF767F5-6D10-45AE-8A41-39D6E41021B8}" destId="{31A5FD51-09D3-473A-8EF0-0B28E4977245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03D286-C923-442E-9552-7A55DF684D18}" type="doc">
      <dgm:prSet loTypeId="urn:microsoft.com/office/officeart/2005/8/layout/chevron1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E4027EB-2500-43F7-A265-9714046061D9}">
      <dgm:prSet phldrT="[Text]" phldr="0"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Input</a:t>
          </a:r>
        </a:p>
      </dgm:t>
    </dgm:pt>
    <dgm:pt modelId="{9B24A0B7-F778-4E74-B307-A7AD4A633E9F}" type="parTrans" cxnId="{829D31C2-B314-4289-ABF3-9A79A54EF1FB}">
      <dgm:prSet/>
      <dgm:spPr/>
      <dgm:t>
        <a:bodyPr/>
        <a:lstStyle/>
        <a:p>
          <a:endParaRPr lang="en-US"/>
        </a:p>
      </dgm:t>
    </dgm:pt>
    <dgm:pt modelId="{42578855-1FFE-4898-8469-CB80C8C8EAE0}" type="sibTrans" cxnId="{829D31C2-B314-4289-ABF3-9A79A54EF1FB}">
      <dgm:prSet/>
      <dgm:spPr/>
      <dgm:t>
        <a:bodyPr/>
        <a:lstStyle/>
        <a:p>
          <a:endParaRPr lang="en-US"/>
        </a:p>
      </dgm:t>
    </dgm:pt>
    <dgm:pt modelId="{5606EC5B-CBE8-493E-AA13-1A5F02283B12}">
      <dgm:prSet phldrT="[Text]" phldr="0"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Telegram Message Hub  </a:t>
          </a:r>
          <a:r>
            <a:rPr lang="en-US" dirty="0" err="1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MochiAiBot</a:t>
          </a:r>
          <a:endParaRPr lang="en-US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gm:t>
    </dgm:pt>
    <dgm:pt modelId="{339D068D-D6FD-4914-A830-D967470D5091}" type="parTrans" cxnId="{CC39A708-A803-4F0A-A157-98321EC557B5}">
      <dgm:prSet/>
      <dgm:spPr/>
      <dgm:t>
        <a:bodyPr/>
        <a:lstStyle/>
        <a:p>
          <a:endParaRPr lang="en-US"/>
        </a:p>
      </dgm:t>
    </dgm:pt>
    <dgm:pt modelId="{AA6431F0-1D3E-43BD-9027-28D85BB26C72}" type="sibTrans" cxnId="{CC39A708-A803-4F0A-A157-98321EC557B5}">
      <dgm:prSet/>
      <dgm:spPr/>
      <dgm:t>
        <a:bodyPr/>
        <a:lstStyle/>
        <a:p>
          <a:endParaRPr lang="en-US"/>
        </a:p>
      </dgm:t>
    </dgm:pt>
    <dgm:pt modelId="{855C79B7-8FE4-444B-B9C0-8F0C0B256148}">
      <dgm:prSet phldrT="[Text]" phldr="0"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AI Processing </a:t>
          </a:r>
        </a:p>
      </dgm:t>
    </dgm:pt>
    <dgm:pt modelId="{A6FBFF22-B2D3-459D-84D7-A221AFAEB3AF}" type="parTrans" cxnId="{4097F968-25B2-42AD-880A-158C5ACDFED0}">
      <dgm:prSet/>
      <dgm:spPr/>
      <dgm:t>
        <a:bodyPr/>
        <a:lstStyle/>
        <a:p>
          <a:endParaRPr lang="en-US"/>
        </a:p>
      </dgm:t>
    </dgm:pt>
    <dgm:pt modelId="{2F6C514A-5F38-4FB9-A072-8652022EC4DF}" type="sibTrans" cxnId="{4097F968-25B2-42AD-880A-158C5ACDFED0}">
      <dgm:prSet/>
      <dgm:spPr/>
      <dgm:t>
        <a:bodyPr/>
        <a:lstStyle/>
        <a:p>
          <a:endParaRPr lang="en-US"/>
        </a:p>
      </dgm:t>
    </dgm:pt>
    <dgm:pt modelId="{8C0AB501-65F0-42CD-BED1-DC067AD10CFB}">
      <dgm:prSet phldrT="[Text]" phldr="0"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AI Agent  detect intention</a:t>
          </a:r>
        </a:p>
      </dgm:t>
    </dgm:pt>
    <dgm:pt modelId="{4F9E9C76-0DD8-43D2-8371-8D2F7815D30B}" type="parTrans" cxnId="{921C9E1E-23D1-455E-AE45-A5596D3C6B02}">
      <dgm:prSet/>
      <dgm:spPr/>
      <dgm:t>
        <a:bodyPr/>
        <a:lstStyle/>
        <a:p>
          <a:endParaRPr lang="en-US"/>
        </a:p>
      </dgm:t>
    </dgm:pt>
    <dgm:pt modelId="{CCF39520-83B6-4F6D-A744-EEAD4A904B2C}" type="sibTrans" cxnId="{921C9E1E-23D1-455E-AE45-A5596D3C6B02}">
      <dgm:prSet/>
      <dgm:spPr/>
      <dgm:t>
        <a:bodyPr/>
        <a:lstStyle/>
        <a:p>
          <a:endParaRPr lang="en-US"/>
        </a:p>
      </dgm:t>
    </dgm:pt>
    <dgm:pt modelId="{87D84D3A-CB6B-479E-B4A2-B188FB41B136}">
      <dgm:prSet phldrT="[Text]" phldr="0"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Workflow Routing</a:t>
          </a:r>
        </a:p>
      </dgm:t>
    </dgm:pt>
    <dgm:pt modelId="{46C4C630-0CE3-46B3-8F8F-41FFBBB49B0E}" type="parTrans" cxnId="{8A088F46-7A56-4FF9-AC4F-5EA99C71A9FF}">
      <dgm:prSet/>
      <dgm:spPr/>
      <dgm:t>
        <a:bodyPr/>
        <a:lstStyle/>
        <a:p>
          <a:endParaRPr lang="en-US"/>
        </a:p>
      </dgm:t>
    </dgm:pt>
    <dgm:pt modelId="{A178DCF9-AD2E-4559-B25B-FEE763F1CA77}" type="sibTrans" cxnId="{8A088F46-7A56-4FF9-AC4F-5EA99C71A9FF}">
      <dgm:prSet/>
      <dgm:spPr/>
      <dgm:t>
        <a:bodyPr/>
        <a:lstStyle/>
        <a:p>
          <a:endParaRPr lang="en-US"/>
        </a:p>
      </dgm:t>
    </dgm:pt>
    <dgm:pt modelId="{44AAC5BC-B9D9-40F1-8925-54091EC33A1F}">
      <dgm:prSet phldrT="[Text]" phldr="0"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Tool Selection</a:t>
          </a:r>
        </a:p>
      </dgm:t>
    </dgm:pt>
    <dgm:pt modelId="{01E344F9-FD7F-4AB7-B996-200220D9964B}" type="parTrans" cxnId="{1CA99F20-D0AE-4159-A446-4D059E4C6EA6}">
      <dgm:prSet/>
      <dgm:spPr/>
      <dgm:t>
        <a:bodyPr/>
        <a:lstStyle/>
        <a:p>
          <a:endParaRPr lang="en-US"/>
        </a:p>
      </dgm:t>
    </dgm:pt>
    <dgm:pt modelId="{22AAABCC-F300-4978-9B10-DB8120CC27D5}" type="sibTrans" cxnId="{1CA99F20-D0AE-4159-A446-4D059E4C6EA6}">
      <dgm:prSet/>
      <dgm:spPr/>
      <dgm:t>
        <a:bodyPr/>
        <a:lstStyle/>
        <a:p>
          <a:endParaRPr lang="en-US"/>
        </a:p>
      </dgm:t>
    </dgm:pt>
    <dgm:pt modelId="{7C50F4BD-1B69-4ECE-B683-C0762F972FB9}">
      <dgm:prSet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Integrated Services</a:t>
          </a:r>
        </a:p>
      </dgm:t>
    </dgm:pt>
    <dgm:pt modelId="{E7F187D3-74CA-491B-A464-065E71EAFD94}" type="parTrans" cxnId="{E5C36B2E-8590-48BE-A304-21C44B23A349}">
      <dgm:prSet/>
      <dgm:spPr/>
      <dgm:t>
        <a:bodyPr/>
        <a:lstStyle/>
        <a:p>
          <a:endParaRPr lang="en-US"/>
        </a:p>
      </dgm:t>
    </dgm:pt>
    <dgm:pt modelId="{7326B78A-7523-493B-AA3F-4D9135120645}" type="sibTrans" cxnId="{E5C36B2E-8590-48BE-A304-21C44B23A349}">
      <dgm:prSet/>
      <dgm:spPr/>
      <dgm:t>
        <a:bodyPr/>
        <a:lstStyle/>
        <a:p>
          <a:endParaRPr lang="en-US"/>
        </a:p>
      </dgm:t>
    </dgm:pt>
    <dgm:pt modelId="{955F7A5E-607E-44C7-9BF0-2794E2122C74}">
      <dgm:prSet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Gmail</a:t>
          </a:r>
        </a:p>
      </dgm:t>
    </dgm:pt>
    <dgm:pt modelId="{0D9A932F-8971-4588-BFD5-EAF0BB76764A}" type="parTrans" cxnId="{E2D4E314-9776-407B-946A-76DEA3CE4B8B}">
      <dgm:prSet/>
      <dgm:spPr/>
      <dgm:t>
        <a:bodyPr/>
        <a:lstStyle/>
        <a:p>
          <a:endParaRPr lang="en-US"/>
        </a:p>
      </dgm:t>
    </dgm:pt>
    <dgm:pt modelId="{110B535A-AB89-439D-821D-F424E7A1AA6D}" type="sibTrans" cxnId="{E2D4E314-9776-407B-946A-76DEA3CE4B8B}">
      <dgm:prSet/>
      <dgm:spPr/>
      <dgm:t>
        <a:bodyPr/>
        <a:lstStyle/>
        <a:p>
          <a:endParaRPr lang="en-US"/>
        </a:p>
      </dgm:t>
    </dgm:pt>
    <dgm:pt modelId="{A762A7A1-588F-4AD6-B9D4-412A04B6591C}">
      <dgm:prSet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Google Calendar</a:t>
          </a:r>
        </a:p>
      </dgm:t>
    </dgm:pt>
    <dgm:pt modelId="{BDDC3967-BDAC-4AA6-9AAE-97CAFF162E20}" type="parTrans" cxnId="{2D390D68-B491-4F12-B86D-CADFFBD4BF8F}">
      <dgm:prSet/>
      <dgm:spPr/>
      <dgm:t>
        <a:bodyPr/>
        <a:lstStyle/>
        <a:p>
          <a:endParaRPr lang="en-US"/>
        </a:p>
      </dgm:t>
    </dgm:pt>
    <dgm:pt modelId="{04C6D7FB-1A4E-45B7-A82B-C25C5E390270}" type="sibTrans" cxnId="{2D390D68-B491-4F12-B86D-CADFFBD4BF8F}">
      <dgm:prSet/>
      <dgm:spPr/>
      <dgm:t>
        <a:bodyPr/>
        <a:lstStyle/>
        <a:p>
          <a:endParaRPr lang="en-US"/>
        </a:p>
      </dgm:t>
    </dgm:pt>
    <dgm:pt modelId="{C13098BA-C609-4C03-97A5-ECA8D3882456}">
      <dgm:prSet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Google Drive</a:t>
          </a:r>
        </a:p>
      </dgm:t>
    </dgm:pt>
    <dgm:pt modelId="{AA0F1797-0A9B-4168-BCB5-A657EAD7EDD7}" type="parTrans" cxnId="{05A2D095-A8CD-472A-BF53-9CB602200415}">
      <dgm:prSet/>
      <dgm:spPr/>
      <dgm:t>
        <a:bodyPr/>
        <a:lstStyle/>
        <a:p>
          <a:endParaRPr lang="en-US"/>
        </a:p>
      </dgm:t>
    </dgm:pt>
    <dgm:pt modelId="{EC445C66-1E70-45A7-84AB-CC67F4129B82}" type="sibTrans" cxnId="{05A2D095-A8CD-472A-BF53-9CB602200415}">
      <dgm:prSet/>
      <dgm:spPr/>
      <dgm:t>
        <a:bodyPr/>
        <a:lstStyle/>
        <a:p>
          <a:endParaRPr lang="en-US"/>
        </a:p>
      </dgm:t>
    </dgm:pt>
    <dgm:pt modelId="{FA1B233F-D358-4B92-9FF1-E5C11B10AD5F}">
      <dgm:prSet/>
      <dgm:spPr/>
      <dgm:t>
        <a:bodyPr/>
        <a:lstStyle/>
        <a:p>
          <a:r>
            <a:rPr lang="en-US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SerpAPI</a:t>
          </a:r>
          <a:endParaRPr lang="en-US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gm:t>
    </dgm:pt>
    <dgm:pt modelId="{22C34359-74BE-4735-8CC4-C7C194EC0E9F}" type="parTrans" cxnId="{F012A01F-345E-46E6-ADB6-2CC4734D870B}">
      <dgm:prSet/>
      <dgm:spPr/>
      <dgm:t>
        <a:bodyPr/>
        <a:lstStyle/>
        <a:p>
          <a:endParaRPr lang="en-US"/>
        </a:p>
      </dgm:t>
    </dgm:pt>
    <dgm:pt modelId="{AA8CA477-674E-4EAD-B7AE-FAF5A724E102}" type="sibTrans" cxnId="{F012A01F-345E-46E6-ADB6-2CC4734D870B}">
      <dgm:prSet/>
      <dgm:spPr/>
      <dgm:t>
        <a:bodyPr/>
        <a:lstStyle/>
        <a:p>
          <a:endParaRPr lang="en-US"/>
        </a:p>
      </dgm:t>
    </dgm:pt>
    <dgm:pt modelId="{9205CDED-A503-4D38-BA6A-923257FA12D9}">
      <dgm:prSet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Calculator</a:t>
          </a:r>
        </a:p>
      </dgm:t>
    </dgm:pt>
    <dgm:pt modelId="{44D07807-C7D5-4C6F-9773-22378B65A38D}" type="parTrans" cxnId="{C1299C8B-3C87-4B42-874A-93F4BD4B83A0}">
      <dgm:prSet/>
      <dgm:spPr/>
      <dgm:t>
        <a:bodyPr/>
        <a:lstStyle/>
        <a:p>
          <a:endParaRPr lang="en-US"/>
        </a:p>
      </dgm:t>
    </dgm:pt>
    <dgm:pt modelId="{5E52C68B-FE7C-42F0-BC65-206758FA63CC}" type="sibTrans" cxnId="{C1299C8B-3C87-4B42-874A-93F4BD4B83A0}">
      <dgm:prSet/>
      <dgm:spPr/>
      <dgm:t>
        <a:bodyPr/>
        <a:lstStyle/>
        <a:p>
          <a:endParaRPr lang="en-US"/>
        </a:p>
      </dgm:t>
    </dgm:pt>
    <dgm:pt modelId="{D1F8C58A-0EC9-4690-ADC7-61E84F35C2A6}">
      <dgm:prSet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Pomodoro </a:t>
          </a:r>
        </a:p>
      </dgm:t>
    </dgm:pt>
    <dgm:pt modelId="{7AC12064-91DC-417C-A22F-59F067248C27}" type="parTrans" cxnId="{D3615BA6-7903-468F-9D04-F180B82BA9AB}">
      <dgm:prSet/>
      <dgm:spPr/>
      <dgm:t>
        <a:bodyPr/>
        <a:lstStyle/>
        <a:p>
          <a:endParaRPr lang="en-US"/>
        </a:p>
      </dgm:t>
    </dgm:pt>
    <dgm:pt modelId="{E85AA271-E7EC-487A-868F-1AA097A297ED}" type="sibTrans" cxnId="{D3615BA6-7903-468F-9D04-F180B82BA9AB}">
      <dgm:prSet/>
      <dgm:spPr/>
      <dgm:t>
        <a:bodyPr/>
        <a:lstStyle/>
        <a:p>
          <a:endParaRPr lang="en-US"/>
        </a:p>
      </dgm:t>
    </dgm:pt>
    <dgm:pt modelId="{477D6E1A-C533-4AED-944B-E23618F04414}">
      <dgm:prSet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Output</a:t>
          </a:r>
        </a:p>
      </dgm:t>
    </dgm:pt>
    <dgm:pt modelId="{977D0429-9FA3-4F66-94A6-D791A6B25E7F}" type="parTrans" cxnId="{9B9FAA11-FDD9-4B14-8623-C1AC08080CAF}">
      <dgm:prSet/>
      <dgm:spPr/>
      <dgm:t>
        <a:bodyPr/>
        <a:lstStyle/>
        <a:p>
          <a:endParaRPr lang="en-US"/>
        </a:p>
      </dgm:t>
    </dgm:pt>
    <dgm:pt modelId="{1F101AC6-FB4E-4B4F-B650-08EC8567F422}" type="sibTrans" cxnId="{9B9FAA11-FDD9-4B14-8623-C1AC08080CAF}">
      <dgm:prSet/>
      <dgm:spPr/>
      <dgm:t>
        <a:bodyPr/>
        <a:lstStyle/>
        <a:p>
          <a:endParaRPr lang="en-US"/>
        </a:p>
      </dgm:t>
    </dgm:pt>
    <dgm:pt modelId="{FA80F1E4-E66E-4681-9487-26B992DF1391}">
      <dgm:prSet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Automated Actions + Telegram Responses</a:t>
          </a:r>
        </a:p>
      </dgm:t>
    </dgm:pt>
    <dgm:pt modelId="{3820C1E6-5E60-4372-A521-9DFBDB5BAF31}" type="parTrans" cxnId="{F46DE35D-2877-45E7-908A-D386DD1C312F}">
      <dgm:prSet/>
      <dgm:spPr/>
      <dgm:t>
        <a:bodyPr/>
        <a:lstStyle/>
        <a:p>
          <a:endParaRPr lang="en-US"/>
        </a:p>
      </dgm:t>
    </dgm:pt>
    <dgm:pt modelId="{C3A9739F-663B-45E7-BBA9-E9365A29A643}" type="sibTrans" cxnId="{F46DE35D-2877-45E7-908A-D386DD1C312F}">
      <dgm:prSet/>
      <dgm:spPr/>
      <dgm:t>
        <a:bodyPr/>
        <a:lstStyle/>
        <a:p>
          <a:endParaRPr lang="en-US"/>
        </a:p>
      </dgm:t>
    </dgm:pt>
    <dgm:pt modelId="{CB9FC9AE-0453-41ED-A0DC-4DB6A504C6C9}" type="pres">
      <dgm:prSet presAssocID="{CA03D286-C923-442E-9552-7A55DF684D18}" presName="Name0" presStyleCnt="0">
        <dgm:presLayoutVars>
          <dgm:dir/>
          <dgm:animLvl val="lvl"/>
          <dgm:resizeHandles val="exact"/>
        </dgm:presLayoutVars>
      </dgm:prSet>
      <dgm:spPr/>
    </dgm:pt>
    <dgm:pt modelId="{3B408C4C-CA84-4FFF-B386-60D737993A3F}" type="pres">
      <dgm:prSet presAssocID="{6E4027EB-2500-43F7-A265-9714046061D9}" presName="composite" presStyleCnt="0"/>
      <dgm:spPr/>
    </dgm:pt>
    <dgm:pt modelId="{21793B72-BDB2-4EC9-B32C-37882DBBEF74}" type="pres">
      <dgm:prSet presAssocID="{6E4027EB-2500-43F7-A265-9714046061D9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A8729A34-177E-4E6C-B8F0-F7CD46B19234}" type="pres">
      <dgm:prSet presAssocID="{6E4027EB-2500-43F7-A265-9714046061D9}" presName="desTx" presStyleLbl="revTx" presStyleIdx="0" presStyleCnt="5">
        <dgm:presLayoutVars>
          <dgm:bulletEnabled val="1"/>
        </dgm:presLayoutVars>
      </dgm:prSet>
      <dgm:spPr/>
    </dgm:pt>
    <dgm:pt modelId="{05FAEC67-B505-4DAA-8152-F2CDC22BAE7C}" type="pres">
      <dgm:prSet presAssocID="{42578855-1FFE-4898-8469-CB80C8C8EAE0}" presName="space" presStyleCnt="0"/>
      <dgm:spPr/>
    </dgm:pt>
    <dgm:pt modelId="{A6C2FEED-70F3-44C6-9231-61DE2131E036}" type="pres">
      <dgm:prSet presAssocID="{855C79B7-8FE4-444B-B9C0-8F0C0B256148}" presName="composite" presStyleCnt="0"/>
      <dgm:spPr/>
    </dgm:pt>
    <dgm:pt modelId="{42C59908-EF3A-435B-A193-0C3DE163E2D8}" type="pres">
      <dgm:prSet presAssocID="{855C79B7-8FE4-444B-B9C0-8F0C0B256148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9C5D175-980D-4628-B1DB-0F0B12529D67}" type="pres">
      <dgm:prSet presAssocID="{855C79B7-8FE4-444B-B9C0-8F0C0B256148}" presName="desTx" presStyleLbl="revTx" presStyleIdx="1" presStyleCnt="5">
        <dgm:presLayoutVars>
          <dgm:bulletEnabled val="1"/>
        </dgm:presLayoutVars>
      </dgm:prSet>
      <dgm:spPr/>
    </dgm:pt>
    <dgm:pt modelId="{3E32AABD-533F-45AB-8824-57688050FF2B}" type="pres">
      <dgm:prSet presAssocID="{2F6C514A-5F38-4FB9-A072-8652022EC4DF}" presName="space" presStyleCnt="0"/>
      <dgm:spPr/>
    </dgm:pt>
    <dgm:pt modelId="{92F6E9FB-E475-474E-917B-BC1AABF0D418}" type="pres">
      <dgm:prSet presAssocID="{87D84D3A-CB6B-479E-B4A2-B188FB41B136}" presName="composite" presStyleCnt="0"/>
      <dgm:spPr/>
    </dgm:pt>
    <dgm:pt modelId="{7EE259A2-04A9-46B2-B15A-D2BBF315A708}" type="pres">
      <dgm:prSet presAssocID="{87D84D3A-CB6B-479E-B4A2-B188FB41B136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F5420402-176F-4807-8AF1-6FD94398F786}" type="pres">
      <dgm:prSet presAssocID="{87D84D3A-CB6B-479E-B4A2-B188FB41B136}" presName="desTx" presStyleLbl="revTx" presStyleIdx="2" presStyleCnt="5">
        <dgm:presLayoutVars>
          <dgm:bulletEnabled val="1"/>
        </dgm:presLayoutVars>
      </dgm:prSet>
      <dgm:spPr/>
    </dgm:pt>
    <dgm:pt modelId="{043C6EC2-61E0-4B51-A080-5DED6F3D7229}" type="pres">
      <dgm:prSet presAssocID="{A178DCF9-AD2E-4559-B25B-FEE763F1CA77}" presName="space" presStyleCnt="0"/>
      <dgm:spPr/>
    </dgm:pt>
    <dgm:pt modelId="{F1C4373B-3B4E-45FB-921B-AB0ACFE70253}" type="pres">
      <dgm:prSet presAssocID="{7C50F4BD-1B69-4ECE-B683-C0762F972FB9}" presName="composite" presStyleCnt="0"/>
      <dgm:spPr/>
    </dgm:pt>
    <dgm:pt modelId="{CE8F7AD0-5095-4C63-963D-B1EF33606B94}" type="pres">
      <dgm:prSet presAssocID="{7C50F4BD-1B69-4ECE-B683-C0762F972FB9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F47CA44-4C6B-42F4-901E-23EED32ABBAA}" type="pres">
      <dgm:prSet presAssocID="{7C50F4BD-1B69-4ECE-B683-C0762F972FB9}" presName="desTx" presStyleLbl="revTx" presStyleIdx="3" presStyleCnt="5">
        <dgm:presLayoutVars>
          <dgm:bulletEnabled val="1"/>
        </dgm:presLayoutVars>
      </dgm:prSet>
      <dgm:spPr/>
    </dgm:pt>
    <dgm:pt modelId="{334A43C6-A3FD-4736-B0FB-AACC9E1A7C0A}" type="pres">
      <dgm:prSet presAssocID="{7326B78A-7523-493B-AA3F-4D9135120645}" presName="space" presStyleCnt="0"/>
      <dgm:spPr/>
    </dgm:pt>
    <dgm:pt modelId="{385DFBDA-C427-40F4-B04E-FD778127CC9E}" type="pres">
      <dgm:prSet presAssocID="{477D6E1A-C533-4AED-944B-E23618F04414}" presName="composite" presStyleCnt="0"/>
      <dgm:spPr/>
    </dgm:pt>
    <dgm:pt modelId="{C7D1E3F0-749F-4492-9B7B-EF7E2759318B}" type="pres">
      <dgm:prSet presAssocID="{477D6E1A-C533-4AED-944B-E23618F04414}" presName="par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DE27C52C-1DFB-4268-B104-9746B0E0DEAC}" type="pres">
      <dgm:prSet presAssocID="{477D6E1A-C533-4AED-944B-E23618F04414}" presName="desTx" presStyleLbl="revTx" presStyleIdx="4" presStyleCnt="5">
        <dgm:presLayoutVars>
          <dgm:bulletEnabled val="1"/>
        </dgm:presLayoutVars>
      </dgm:prSet>
      <dgm:spPr/>
    </dgm:pt>
  </dgm:ptLst>
  <dgm:cxnLst>
    <dgm:cxn modelId="{CC39A708-A803-4F0A-A157-98321EC557B5}" srcId="{6E4027EB-2500-43F7-A265-9714046061D9}" destId="{5606EC5B-CBE8-493E-AA13-1A5F02283B12}" srcOrd="0" destOrd="0" parTransId="{339D068D-D6FD-4914-A830-D967470D5091}" sibTransId="{AA6431F0-1D3E-43BD-9027-28D85BB26C72}"/>
    <dgm:cxn modelId="{9B9FAA11-FDD9-4B14-8623-C1AC08080CAF}" srcId="{CA03D286-C923-442E-9552-7A55DF684D18}" destId="{477D6E1A-C533-4AED-944B-E23618F04414}" srcOrd="4" destOrd="0" parTransId="{977D0429-9FA3-4F66-94A6-D791A6B25E7F}" sibTransId="{1F101AC6-FB4E-4B4F-B650-08EC8567F422}"/>
    <dgm:cxn modelId="{E2D4E314-9776-407B-946A-76DEA3CE4B8B}" srcId="{7C50F4BD-1B69-4ECE-B683-C0762F972FB9}" destId="{955F7A5E-607E-44C7-9BF0-2794E2122C74}" srcOrd="0" destOrd="0" parTransId="{0D9A932F-8971-4588-BFD5-EAF0BB76764A}" sibTransId="{110B535A-AB89-439D-821D-F424E7A1AA6D}"/>
    <dgm:cxn modelId="{3466E717-C11A-4D2C-8646-A1975FDAEA0B}" type="presOf" srcId="{87D84D3A-CB6B-479E-B4A2-B188FB41B136}" destId="{7EE259A2-04A9-46B2-B15A-D2BBF315A708}" srcOrd="0" destOrd="0" presId="urn:microsoft.com/office/officeart/2005/8/layout/chevron1"/>
    <dgm:cxn modelId="{921C9E1E-23D1-455E-AE45-A5596D3C6B02}" srcId="{855C79B7-8FE4-444B-B9C0-8F0C0B256148}" destId="{8C0AB501-65F0-42CD-BED1-DC067AD10CFB}" srcOrd="0" destOrd="0" parTransId="{4F9E9C76-0DD8-43D2-8371-8D2F7815D30B}" sibTransId="{CCF39520-83B6-4F6D-A744-EEAD4A904B2C}"/>
    <dgm:cxn modelId="{F012A01F-345E-46E6-ADB6-2CC4734D870B}" srcId="{7C50F4BD-1B69-4ECE-B683-C0762F972FB9}" destId="{FA1B233F-D358-4B92-9FF1-E5C11B10AD5F}" srcOrd="3" destOrd="0" parTransId="{22C34359-74BE-4735-8CC4-C7C194EC0E9F}" sibTransId="{AA8CA477-674E-4EAD-B7AE-FAF5A724E102}"/>
    <dgm:cxn modelId="{1CA99F20-D0AE-4159-A446-4D059E4C6EA6}" srcId="{87D84D3A-CB6B-479E-B4A2-B188FB41B136}" destId="{44AAC5BC-B9D9-40F1-8925-54091EC33A1F}" srcOrd="0" destOrd="0" parTransId="{01E344F9-FD7F-4AB7-B996-200220D9964B}" sibTransId="{22AAABCC-F300-4978-9B10-DB8120CC27D5}"/>
    <dgm:cxn modelId="{0154732B-49DE-4D6D-AC79-496AE50F38A1}" type="presOf" srcId="{6E4027EB-2500-43F7-A265-9714046061D9}" destId="{21793B72-BDB2-4EC9-B32C-37882DBBEF74}" srcOrd="0" destOrd="0" presId="urn:microsoft.com/office/officeart/2005/8/layout/chevron1"/>
    <dgm:cxn modelId="{E5C36B2E-8590-48BE-A304-21C44B23A349}" srcId="{CA03D286-C923-442E-9552-7A55DF684D18}" destId="{7C50F4BD-1B69-4ECE-B683-C0762F972FB9}" srcOrd="3" destOrd="0" parTransId="{E7F187D3-74CA-491B-A464-065E71EAFD94}" sibTransId="{7326B78A-7523-493B-AA3F-4D9135120645}"/>
    <dgm:cxn modelId="{F46DE35D-2877-45E7-908A-D386DD1C312F}" srcId="{477D6E1A-C533-4AED-944B-E23618F04414}" destId="{FA80F1E4-E66E-4681-9487-26B992DF1391}" srcOrd="0" destOrd="0" parTransId="{3820C1E6-5E60-4372-A521-9DFBDB5BAF31}" sibTransId="{C3A9739F-663B-45E7-BBA9-E9365A29A643}"/>
    <dgm:cxn modelId="{8A088F46-7A56-4FF9-AC4F-5EA99C71A9FF}" srcId="{CA03D286-C923-442E-9552-7A55DF684D18}" destId="{87D84D3A-CB6B-479E-B4A2-B188FB41B136}" srcOrd="2" destOrd="0" parTransId="{46C4C630-0CE3-46B3-8F8F-41FFBBB49B0E}" sibTransId="{A178DCF9-AD2E-4559-B25B-FEE763F1CA77}"/>
    <dgm:cxn modelId="{2D390D68-B491-4F12-B86D-CADFFBD4BF8F}" srcId="{7C50F4BD-1B69-4ECE-B683-C0762F972FB9}" destId="{A762A7A1-588F-4AD6-B9D4-412A04B6591C}" srcOrd="1" destOrd="0" parTransId="{BDDC3967-BDAC-4AA6-9AAE-97CAFF162E20}" sibTransId="{04C6D7FB-1A4E-45B7-A82B-C25C5E390270}"/>
    <dgm:cxn modelId="{4097F968-25B2-42AD-880A-158C5ACDFED0}" srcId="{CA03D286-C923-442E-9552-7A55DF684D18}" destId="{855C79B7-8FE4-444B-B9C0-8F0C0B256148}" srcOrd="1" destOrd="0" parTransId="{A6FBFF22-B2D3-459D-84D7-A221AFAEB3AF}" sibTransId="{2F6C514A-5F38-4FB9-A072-8652022EC4DF}"/>
    <dgm:cxn modelId="{3052BE4F-9235-4F01-A4CF-F0AFF09B48C5}" type="presOf" srcId="{44AAC5BC-B9D9-40F1-8925-54091EC33A1F}" destId="{F5420402-176F-4807-8AF1-6FD94398F786}" srcOrd="0" destOrd="0" presId="urn:microsoft.com/office/officeart/2005/8/layout/chevron1"/>
    <dgm:cxn modelId="{CC889970-CECA-49F9-BCEA-D11B47623932}" type="presOf" srcId="{D1F8C58A-0EC9-4690-ADC7-61E84F35C2A6}" destId="{CF47CA44-4C6B-42F4-901E-23EED32ABBAA}" srcOrd="0" destOrd="5" presId="urn:microsoft.com/office/officeart/2005/8/layout/chevron1"/>
    <dgm:cxn modelId="{9F77967A-61DB-4BF7-ABB7-01315EBCCF27}" type="presOf" srcId="{A762A7A1-588F-4AD6-B9D4-412A04B6591C}" destId="{CF47CA44-4C6B-42F4-901E-23EED32ABBAA}" srcOrd="0" destOrd="1" presId="urn:microsoft.com/office/officeart/2005/8/layout/chevron1"/>
    <dgm:cxn modelId="{DFEFE27A-4F83-46DA-85C0-5F749FAC15B6}" type="presOf" srcId="{8C0AB501-65F0-42CD-BED1-DC067AD10CFB}" destId="{C9C5D175-980D-4628-B1DB-0F0B12529D67}" srcOrd="0" destOrd="0" presId="urn:microsoft.com/office/officeart/2005/8/layout/chevron1"/>
    <dgm:cxn modelId="{00312A81-404A-43DC-8DCC-40DE5F7E5C31}" type="presOf" srcId="{955F7A5E-607E-44C7-9BF0-2794E2122C74}" destId="{CF47CA44-4C6B-42F4-901E-23EED32ABBAA}" srcOrd="0" destOrd="0" presId="urn:microsoft.com/office/officeart/2005/8/layout/chevron1"/>
    <dgm:cxn modelId="{C1299C8B-3C87-4B42-874A-93F4BD4B83A0}" srcId="{7C50F4BD-1B69-4ECE-B683-C0762F972FB9}" destId="{9205CDED-A503-4D38-BA6A-923257FA12D9}" srcOrd="4" destOrd="0" parTransId="{44D07807-C7D5-4C6F-9773-22378B65A38D}" sibTransId="{5E52C68B-FE7C-42F0-BC65-206758FA63CC}"/>
    <dgm:cxn modelId="{EC476F8D-3EB5-4002-9FB1-C0A1AC5A127A}" type="presOf" srcId="{7C50F4BD-1B69-4ECE-B683-C0762F972FB9}" destId="{CE8F7AD0-5095-4C63-963D-B1EF33606B94}" srcOrd="0" destOrd="0" presId="urn:microsoft.com/office/officeart/2005/8/layout/chevron1"/>
    <dgm:cxn modelId="{50055994-63DC-4C76-8854-C1BC4BFF4B8E}" type="presOf" srcId="{CA03D286-C923-442E-9552-7A55DF684D18}" destId="{CB9FC9AE-0453-41ED-A0DC-4DB6A504C6C9}" srcOrd="0" destOrd="0" presId="urn:microsoft.com/office/officeart/2005/8/layout/chevron1"/>
    <dgm:cxn modelId="{05A2D095-A8CD-472A-BF53-9CB602200415}" srcId="{7C50F4BD-1B69-4ECE-B683-C0762F972FB9}" destId="{C13098BA-C609-4C03-97A5-ECA8D3882456}" srcOrd="2" destOrd="0" parTransId="{AA0F1797-0A9B-4168-BCB5-A657EAD7EDD7}" sibTransId="{EC445C66-1E70-45A7-84AB-CC67F4129B82}"/>
    <dgm:cxn modelId="{D3615BA6-7903-468F-9D04-F180B82BA9AB}" srcId="{7C50F4BD-1B69-4ECE-B683-C0762F972FB9}" destId="{D1F8C58A-0EC9-4690-ADC7-61E84F35C2A6}" srcOrd="5" destOrd="0" parTransId="{7AC12064-91DC-417C-A22F-59F067248C27}" sibTransId="{E85AA271-E7EC-487A-868F-1AA097A297ED}"/>
    <dgm:cxn modelId="{829D31C2-B314-4289-ABF3-9A79A54EF1FB}" srcId="{CA03D286-C923-442E-9552-7A55DF684D18}" destId="{6E4027EB-2500-43F7-A265-9714046061D9}" srcOrd="0" destOrd="0" parTransId="{9B24A0B7-F778-4E74-B307-A7AD4A633E9F}" sibTransId="{42578855-1FFE-4898-8469-CB80C8C8EAE0}"/>
    <dgm:cxn modelId="{64FC4EC6-DC8D-4E48-AD68-FFE59F88FC8F}" type="presOf" srcId="{FA1B233F-D358-4B92-9FF1-E5C11B10AD5F}" destId="{CF47CA44-4C6B-42F4-901E-23EED32ABBAA}" srcOrd="0" destOrd="3" presId="urn:microsoft.com/office/officeart/2005/8/layout/chevron1"/>
    <dgm:cxn modelId="{C3C0CBD2-480C-4236-BCF3-44EE0EA01B72}" type="presOf" srcId="{5606EC5B-CBE8-493E-AA13-1A5F02283B12}" destId="{A8729A34-177E-4E6C-B8F0-F7CD46B19234}" srcOrd="0" destOrd="0" presId="urn:microsoft.com/office/officeart/2005/8/layout/chevron1"/>
    <dgm:cxn modelId="{07C651D9-0525-4DD4-98EE-62203E02C406}" type="presOf" srcId="{9205CDED-A503-4D38-BA6A-923257FA12D9}" destId="{CF47CA44-4C6B-42F4-901E-23EED32ABBAA}" srcOrd="0" destOrd="4" presId="urn:microsoft.com/office/officeart/2005/8/layout/chevron1"/>
    <dgm:cxn modelId="{5D354FDA-4CA8-49F6-BB40-77002ED8087C}" type="presOf" srcId="{C13098BA-C609-4C03-97A5-ECA8D3882456}" destId="{CF47CA44-4C6B-42F4-901E-23EED32ABBAA}" srcOrd="0" destOrd="2" presId="urn:microsoft.com/office/officeart/2005/8/layout/chevron1"/>
    <dgm:cxn modelId="{10CCA4DF-A779-47CD-831E-BFD90B7EAF44}" type="presOf" srcId="{FA80F1E4-E66E-4681-9487-26B992DF1391}" destId="{DE27C52C-1DFB-4268-B104-9746B0E0DEAC}" srcOrd="0" destOrd="0" presId="urn:microsoft.com/office/officeart/2005/8/layout/chevron1"/>
    <dgm:cxn modelId="{D6F6C1E0-E680-49CE-AEC7-F3C22F79E72F}" type="presOf" srcId="{477D6E1A-C533-4AED-944B-E23618F04414}" destId="{C7D1E3F0-749F-4492-9B7B-EF7E2759318B}" srcOrd="0" destOrd="0" presId="urn:microsoft.com/office/officeart/2005/8/layout/chevron1"/>
    <dgm:cxn modelId="{B2400BEE-C0C3-4E82-B44C-3CA2A0B4167C}" type="presOf" srcId="{855C79B7-8FE4-444B-B9C0-8F0C0B256148}" destId="{42C59908-EF3A-435B-A193-0C3DE163E2D8}" srcOrd="0" destOrd="0" presId="urn:microsoft.com/office/officeart/2005/8/layout/chevron1"/>
    <dgm:cxn modelId="{2D109DC2-2034-4019-9C84-EFC7B752023F}" type="presParOf" srcId="{CB9FC9AE-0453-41ED-A0DC-4DB6A504C6C9}" destId="{3B408C4C-CA84-4FFF-B386-60D737993A3F}" srcOrd="0" destOrd="0" presId="urn:microsoft.com/office/officeart/2005/8/layout/chevron1"/>
    <dgm:cxn modelId="{215B72E0-1827-4251-A5E5-159CF9F01B93}" type="presParOf" srcId="{3B408C4C-CA84-4FFF-B386-60D737993A3F}" destId="{21793B72-BDB2-4EC9-B32C-37882DBBEF74}" srcOrd="0" destOrd="0" presId="urn:microsoft.com/office/officeart/2005/8/layout/chevron1"/>
    <dgm:cxn modelId="{DD48C13C-B033-4B8A-8B65-439D8F78E4FF}" type="presParOf" srcId="{3B408C4C-CA84-4FFF-B386-60D737993A3F}" destId="{A8729A34-177E-4E6C-B8F0-F7CD46B19234}" srcOrd="1" destOrd="0" presId="urn:microsoft.com/office/officeart/2005/8/layout/chevron1"/>
    <dgm:cxn modelId="{71DF06A5-A46B-4849-B5D5-86A6E483C76D}" type="presParOf" srcId="{CB9FC9AE-0453-41ED-A0DC-4DB6A504C6C9}" destId="{05FAEC67-B505-4DAA-8152-F2CDC22BAE7C}" srcOrd="1" destOrd="0" presId="urn:microsoft.com/office/officeart/2005/8/layout/chevron1"/>
    <dgm:cxn modelId="{42D915D3-5C1B-4280-A9CF-B22D6BDFE146}" type="presParOf" srcId="{CB9FC9AE-0453-41ED-A0DC-4DB6A504C6C9}" destId="{A6C2FEED-70F3-44C6-9231-61DE2131E036}" srcOrd="2" destOrd="0" presId="urn:microsoft.com/office/officeart/2005/8/layout/chevron1"/>
    <dgm:cxn modelId="{2B04392E-1153-44AE-A11D-BF4A40A22D69}" type="presParOf" srcId="{A6C2FEED-70F3-44C6-9231-61DE2131E036}" destId="{42C59908-EF3A-435B-A193-0C3DE163E2D8}" srcOrd="0" destOrd="0" presId="urn:microsoft.com/office/officeart/2005/8/layout/chevron1"/>
    <dgm:cxn modelId="{21A0FB90-F9E3-4061-89B9-E30906C16DD3}" type="presParOf" srcId="{A6C2FEED-70F3-44C6-9231-61DE2131E036}" destId="{C9C5D175-980D-4628-B1DB-0F0B12529D67}" srcOrd="1" destOrd="0" presId="urn:microsoft.com/office/officeart/2005/8/layout/chevron1"/>
    <dgm:cxn modelId="{A93E67F4-B098-4327-B91A-199B7139B077}" type="presParOf" srcId="{CB9FC9AE-0453-41ED-A0DC-4DB6A504C6C9}" destId="{3E32AABD-533F-45AB-8824-57688050FF2B}" srcOrd="3" destOrd="0" presId="urn:microsoft.com/office/officeart/2005/8/layout/chevron1"/>
    <dgm:cxn modelId="{7830BE12-AC66-451B-B37D-11B427A69035}" type="presParOf" srcId="{CB9FC9AE-0453-41ED-A0DC-4DB6A504C6C9}" destId="{92F6E9FB-E475-474E-917B-BC1AABF0D418}" srcOrd="4" destOrd="0" presId="urn:microsoft.com/office/officeart/2005/8/layout/chevron1"/>
    <dgm:cxn modelId="{58A0AA14-EE40-427D-875B-FDD263D0751C}" type="presParOf" srcId="{92F6E9FB-E475-474E-917B-BC1AABF0D418}" destId="{7EE259A2-04A9-46B2-B15A-D2BBF315A708}" srcOrd="0" destOrd="0" presId="urn:microsoft.com/office/officeart/2005/8/layout/chevron1"/>
    <dgm:cxn modelId="{F4597736-88B9-465D-8C61-396CBD8388BC}" type="presParOf" srcId="{92F6E9FB-E475-474E-917B-BC1AABF0D418}" destId="{F5420402-176F-4807-8AF1-6FD94398F786}" srcOrd="1" destOrd="0" presId="urn:microsoft.com/office/officeart/2005/8/layout/chevron1"/>
    <dgm:cxn modelId="{A391878B-2246-45D0-BD69-D2DA0312DBD8}" type="presParOf" srcId="{CB9FC9AE-0453-41ED-A0DC-4DB6A504C6C9}" destId="{043C6EC2-61E0-4B51-A080-5DED6F3D7229}" srcOrd="5" destOrd="0" presId="urn:microsoft.com/office/officeart/2005/8/layout/chevron1"/>
    <dgm:cxn modelId="{D56566CA-F79F-4DF6-913D-C53B51272057}" type="presParOf" srcId="{CB9FC9AE-0453-41ED-A0DC-4DB6A504C6C9}" destId="{F1C4373B-3B4E-45FB-921B-AB0ACFE70253}" srcOrd="6" destOrd="0" presId="urn:microsoft.com/office/officeart/2005/8/layout/chevron1"/>
    <dgm:cxn modelId="{277116AD-662E-40A5-A401-7A50307C1E19}" type="presParOf" srcId="{F1C4373B-3B4E-45FB-921B-AB0ACFE70253}" destId="{CE8F7AD0-5095-4C63-963D-B1EF33606B94}" srcOrd="0" destOrd="0" presId="urn:microsoft.com/office/officeart/2005/8/layout/chevron1"/>
    <dgm:cxn modelId="{46FEBCAD-25C6-4CAF-BE6F-BA96FE71A8D2}" type="presParOf" srcId="{F1C4373B-3B4E-45FB-921B-AB0ACFE70253}" destId="{CF47CA44-4C6B-42F4-901E-23EED32ABBAA}" srcOrd="1" destOrd="0" presId="urn:microsoft.com/office/officeart/2005/8/layout/chevron1"/>
    <dgm:cxn modelId="{52DEAC4B-A18D-4F81-8B41-8E99AD645156}" type="presParOf" srcId="{CB9FC9AE-0453-41ED-A0DC-4DB6A504C6C9}" destId="{334A43C6-A3FD-4736-B0FB-AACC9E1A7C0A}" srcOrd="7" destOrd="0" presId="urn:microsoft.com/office/officeart/2005/8/layout/chevron1"/>
    <dgm:cxn modelId="{737A3662-0208-401E-BC36-A0DBFDB7DAF9}" type="presParOf" srcId="{CB9FC9AE-0453-41ED-A0DC-4DB6A504C6C9}" destId="{385DFBDA-C427-40F4-B04E-FD778127CC9E}" srcOrd="8" destOrd="0" presId="urn:microsoft.com/office/officeart/2005/8/layout/chevron1"/>
    <dgm:cxn modelId="{9B3BCDAA-35B5-4241-ADA3-9576AACC5170}" type="presParOf" srcId="{385DFBDA-C427-40F4-B04E-FD778127CC9E}" destId="{C7D1E3F0-749F-4492-9B7B-EF7E2759318B}" srcOrd="0" destOrd="0" presId="urn:microsoft.com/office/officeart/2005/8/layout/chevron1"/>
    <dgm:cxn modelId="{5F3FA4F2-E5F7-4243-91A2-469F17470562}" type="presParOf" srcId="{385DFBDA-C427-40F4-B04E-FD778127CC9E}" destId="{DE27C52C-1DFB-4268-B104-9746B0E0DEAC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413692-BBDF-49C5-B3D0-6D8D2353E2D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A4FCB3E-6F47-42FF-B72A-0508FEAB14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Gmail Automation</a:t>
          </a:r>
        </a:p>
      </dgm:t>
    </dgm:pt>
    <dgm:pt modelId="{E3D9F50D-243B-4463-8F50-84C29A245FB1}" type="parTrans" cxnId="{D486C791-F56D-41D0-9497-217DC9EFF66F}">
      <dgm:prSet/>
      <dgm:spPr/>
      <dgm:t>
        <a:bodyPr/>
        <a:lstStyle/>
        <a:p>
          <a:endParaRPr lang="en-US"/>
        </a:p>
      </dgm:t>
    </dgm:pt>
    <dgm:pt modelId="{CDB2FA4E-B624-4970-AB95-1290EBE8EF10}" type="sibTrans" cxnId="{D486C791-F56D-41D0-9497-217DC9EFF66F}">
      <dgm:prSet/>
      <dgm:spPr/>
      <dgm:t>
        <a:bodyPr/>
        <a:lstStyle/>
        <a:p>
          <a:endParaRPr lang="en-US"/>
        </a:p>
      </dgm:t>
    </dgm:pt>
    <dgm:pt modelId="{DE53F44E-0B6D-4076-9EE0-4E53616593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Calendar Management</a:t>
          </a:r>
        </a:p>
      </dgm:t>
    </dgm:pt>
    <dgm:pt modelId="{A16EF03A-8F76-4B1D-AAC5-C657B9216FF3}" type="parTrans" cxnId="{BAB6717D-D871-4FAE-8A09-096DB2E365CC}">
      <dgm:prSet/>
      <dgm:spPr/>
      <dgm:t>
        <a:bodyPr/>
        <a:lstStyle/>
        <a:p>
          <a:endParaRPr lang="en-US"/>
        </a:p>
      </dgm:t>
    </dgm:pt>
    <dgm:pt modelId="{F8985517-70FF-4D78-9415-022185256AB2}" type="sibTrans" cxnId="{BAB6717D-D871-4FAE-8A09-096DB2E365CC}">
      <dgm:prSet/>
      <dgm:spPr/>
      <dgm:t>
        <a:bodyPr/>
        <a:lstStyle/>
        <a:p>
          <a:endParaRPr lang="en-US"/>
        </a:p>
      </dgm:t>
    </dgm:pt>
    <dgm:pt modelId="{3FBD1FCD-30F5-4AC6-A4D5-3EB338F626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Research Agent</a:t>
          </a:r>
        </a:p>
      </dgm:t>
    </dgm:pt>
    <dgm:pt modelId="{80E1C1E7-D8A0-4450-AC83-D7C7819D4844}" type="parTrans" cxnId="{54B87D31-11FD-4169-B382-FC62CE80F166}">
      <dgm:prSet/>
      <dgm:spPr/>
      <dgm:t>
        <a:bodyPr/>
        <a:lstStyle/>
        <a:p>
          <a:endParaRPr lang="en-US"/>
        </a:p>
      </dgm:t>
    </dgm:pt>
    <dgm:pt modelId="{D8BA7A87-C629-4938-A64C-375FA59BD866}" type="sibTrans" cxnId="{54B87D31-11FD-4169-B382-FC62CE80F166}">
      <dgm:prSet/>
      <dgm:spPr/>
      <dgm:t>
        <a:bodyPr/>
        <a:lstStyle/>
        <a:p>
          <a:endParaRPr lang="en-US"/>
        </a:p>
      </dgm:t>
    </dgm:pt>
    <dgm:pt modelId="{6B1074D1-D532-42B3-AAE3-260785D990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AI Utilities </a:t>
          </a:r>
        </a:p>
      </dgm:t>
    </dgm:pt>
    <dgm:pt modelId="{6140EBD6-565C-4F81-AF18-E7FFF86C5309}" type="parTrans" cxnId="{AD092D70-65DA-4ACB-8377-26F6AFA2F25C}">
      <dgm:prSet/>
      <dgm:spPr/>
      <dgm:t>
        <a:bodyPr/>
        <a:lstStyle/>
        <a:p>
          <a:endParaRPr lang="en-US"/>
        </a:p>
      </dgm:t>
    </dgm:pt>
    <dgm:pt modelId="{2C26F777-621B-41F3-8E14-D356CB36DE65}" type="sibTrans" cxnId="{AD092D70-65DA-4ACB-8377-26F6AFA2F25C}">
      <dgm:prSet/>
      <dgm:spPr/>
      <dgm:t>
        <a:bodyPr/>
        <a:lstStyle/>
        <a:p>
          <a:endParaRPr lang="en-US"/>
        </a:p>
      </dgm:t>
    </dgm:pt>
    <dgm:pt modelId="{81D90C8E-727C-4655-867A-1DF935424D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Google Drive Management</a:t>
          </a:r>
        </a:p>
      </dgm:t>
    </dgm:pt>
    <dgm:pt modelId="{7E57C5D4-F4DC-41A8-95C3-019543169D6F}" type="parTrans" cxnId="{596B9F61-6043-43F4-87DE-ED049CD0BCA9}">
      <dgm:prSet/>
      <dgm:spPr/>
      <dgm:t>
        <a:bodyPr/>
        <a:lstStyle/>
        <a:p>
          <a:endParaRPr lang="en-US"/>
        </a:p>
      </dgm:t>
    </dgm:pt>
    <dgm:pt modelId="{13641CC0-7395-4E03-B49C-630D0AF8B5CC}" type="sibTrans" cxnId="{596B9F61-6043-43F4-87DE-ED049CD0BCA9}">
      <dgm:prSet/>
      <dgm:spPr/>
      <dgm:t>
        <a:bodyPr/>
        <a:lstStyle/>
        <a:p>
          <a:endParaRPr lang="en-US"/>
        </a:p>
      </dgm:t>
    </dgm:pt>
    <dgm:pt modelId="{F9D269CF-BAE2-4E59-AC06-36D098FE1B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Productivity System &amp; Focus</a:t>
          </a:r>
        </a:p>
      </dgm:t>
    </dgm:pt>
    <dgm:pt modelId="{39B14883-0FB2-4820-A37B-5B25AD45F390}" type="parTrans" cxnId="{19A6ECD6-740D-4E97-AE10-5F1192865202}">
      <dgm:prSet/>
      <dgm:spPr/>
      <dgm:t>
        <a:bodyPr/>
        <a:lstStyle/>
        <a:p>
          <a:endParaRPr lang="en-US"/>
        </a:p>
      </dgm:t>
    </dgm:pt>
    <dgm:pt modelId="{75212717-A22C-41D6-85F7-269BB8EE84A2}" type="sibTrans" cxnId="{19A6ECD6-740D-4E97-AE10-5F1192865202}">
      <dgm:prSet/>
      <dgm:spPr/>
      <dgm:t>
        <a:bodyPr/>
        <a:lstStyle/>
        <a:p>
          <a:endParaRPr lang="en-US"/>
        </a:p>
      </dgm:t>
    </dgm:pt>
    <dgm:pt modelId="{D073D196-9B7C-484A-A07D-A3F314481915}" type="pres">
      <dgm:prSet presAssocID="{6E413692-BBDF-49C5-B3D0-6D8D2353E2DC}" presName="root" presStyleCnt="0">
        <dgm:presLayoutVars>
          <dgm:dir/>
          <dgm:resizeHandles val="exact"/>
        </dgm:presLayoutVars>
      </dgm:prSet>
      <dgm:spPr/>
    </dgm:pt>
    <dgm:pt modelId="{D2F28228-660E-46D0-B68B-E94B51DE424F}" type="pres">
      <dgm:prSet presAssocID="{FA4FCB3E-6F47-42FF-B72A-0508FEAB1435}" presName="compNode" presStyleCnt="0"/>
      <dgm:spPr/>
    </dgm:pt>
    <dgm:pt modelId="{8275D34A-0846-4D4E-A6B0-456ACA2A377D}" type="pres">
      <dgm:prSet presAssocID="{FA4FCB3E-6F47-42FF-B72A-0508FEAB143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E17E7E0B-CF5C-487F-A922-7E586328E45B}" type="pres">
      <dgm:prSet presAssocID="{FA4FCB3E-6F47-42FF-B72A-0508FEAB1435}" presName="spaceRect" presStyleCnt="0"/>
      <dgm:spPr/>
    </dgm:pt>
    <dgm:pt modelId="{71FD9226-86A6-4D21-BD4B-DBF224D6D2A5}" type="pres">
      <dgm:prSet presAssocID="{FA4FCB3E-6F47-42FF-B72A-0508FEAB1435}" presName="textRect" presStyleLbl="revTx" presStyleIdx="0" presStyleCnt="6">
        <dgm:presLayoutVars>
          <dgm:chMax val="1"/>
          <dgm:chPref val="1"/>
        </dgm:presLayoutVars>
      </dgm:prSet>
      <dgm:spPr/>
    </dgm:pt>
    <dgm:pt modelId="{27A1D711-34E4-4F61-9004-FF0E0D358DBF}" type="pres">
      <dgm:prSet presAssocID="{CDB2FA4E-B624-4970-AB95-1290EBE8EF10}" presName="sibTrans" presStyleCnt="0"/>
      <dgm:spPr/>
    </dgm:pt>
    <dgm:pt modelId="{413C8859-6849-48B7-A028-BBDB5F847272}" type="pres">
      <dgm:prSet presAssocID="{DE53F44E-0B6D-4076-9EE0-4E53616593B3}" presName="compNode" presStyleCnt="0"/>
      <dgm:spPr/>
    </dgm:pt>
    <dgm:pt modelId="{D19331C7-1D73-463F-B331-3B5B6BDF221F}" type="pres">
      <dgm:prSet presAssocID="{DE53F44E-0B6D-4076-9EE0-4E53616593B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1D077A2B-DB5E-4A9E-919D-4C8577C1F844}" type="pres">
      <dgm:prSet presAssocID="{DE53F44E-0B6D-4076-9EE0-4E53616593B3}" presName="spaceRect" presStyleCnt="0"/>
      <dgm:spPr/>
    </dgm:pt>
    <dgm:pt modelId="{992B4D6E-E1B0-46A4-9254-B824E148D6A6}" type="pres">
      <dgm:prSet presAssocID="{DE53F44E-0B6D-4076-9EE0-4E53616593B3}" presName="textRect" presStyleLbl="revTx" presStyleIdx="1" presStyleCnt="6">
        <dgm:presLayoutVars>
          <dgm:chMax val="1"/>
          <dgm:chPref val="1"/>
        </dgm:presLayoutVars>
      </dgm:prSet>
      <dgm:spPr/>
    </dgm:pt>
    <dgm:pt modelId="{33D1C69B-4850-43FF-9F81-C469BAB7446F}" type="pres">
      <dgm:prSet presAssocID="{F8985517-70FF-4D78-9415-022185256AB2}" presName="sibTrans" presStyleCnt="0"/>
      <dgm:spPr/>
    </dgm:pt>
    <dgm:pt modelId="{47B9DA45-C27A-48F6-9AB0-8E9658DB4ABA}" type="pres">
      <dgm:prSet presAssocID="{3FBD1FCD-30F5-4AC6-A4D5-3EB338F62660}" presName="compNode" presStyleCnt="0"/>
      <dgm:spPr/>
    </dgm:pt>
    <dgm:pt modelId="{79259CA2-52A4-4AC7-A49D-E790DDB27850}" type="pres">
      <dgm:prSet presAssocID="{3FBD1FCD-30F5-4AC6-A4D5-3EB338F6266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17E7F51F-BF89-4B3E-8236-93D84C075EBD}" type="pres">
      <dgm:prSet presAssocID="{3FBD1FCD-30F5-4AC6-A4D5-3EB338F62660}" presName="spaceRect" presStyleCnt="0"/>
      <dgm:spPr/>
    </dgm:pt>
    <dgm:pt modelId="{DDD16ABF-EF37-46B7-AF5A-C2B8DEA6BF3D}" type="pres">
      <dgm:prSet presAssocID="{3FBD1FCD-30F5-4AC6-A4D5-3EB338F62660}" presName="textRect" presStyleLbl="revTx" presStyleIdx="2" presStyleCnt="6">
        <dgm:presLayoutVars>
          <dgm:chMax val="1"/>
          <dgm:chPref val="1"/>
        </dgm:presLayoutVars>
      </dgm:prSet>
      <dgm:spPr/>
    </dgm:pt>
    <dgm:pt modelId="{7EC9FF99-8AB8-4B02-A944-0A41BEC654B0}" type="pres">
      <dgm:prSet presAssocID="{D8BA7A87-C629-4938-A64C-375FA59BD866}" presName="sibTrans" presStyleCnt="0"/>
      <dgm:spPr/>
    </dgm:pt>
    <dgm:pt modelId="{FDCC683F-6238-4A36-941B-EC383F7465D9}" type="pres">
      <dgm:prSet presAssocID="{6B1074D1-D532-42B3-AAE3-260785D990AF}" presName="compNode" presStyleCnt="0"/>
      <dgm:spPr/>
    </dgm:pt>
    <dgm:pt modelId="{6C5FBC3A-FA80-470A-8F0E-28E9609A12BD}" type="pres">
      <dgm:prSet presAssocID="{6B1074D1-D532-42B3-AAE3-260785D990A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D4B1594-0B1E-4F33-A5A8-3F1E81B1D257}" type="pres">
      <dgm:prSet presAssocID="{6B1074D1-D532-42B3-AAE3-260785D990AF}" presName="spaceRect" presStyleCnt="0"/>
      <dgm:spPr/>
    </dgm:pt>
    <dgm:pt modelId="{CC284388-8E88-4396-8F4A-A5B571811478}" type="pres">
      <dgm:prSet presAssocID="{6B1074D1-D532-42B3-AAE3-260785D990AF}" presName="textRect" presStyleLbl="revTx" presStyleIdx="3" presStyleCnt="6">
        <dgm:presLayoutVars>
          <dgm:chMax val="1"/>
          <dgm:chPref val="1"/>
        </dgm:presLayoutVars>
      </dgm:prSet>
      <dgm:spPr/>
    </dgm:pt>
    <dgm:pt modelId="{24D7F5CF-597D-4343-9E39-4574FFD3E408}" type="pres">
      <dgm:prSet presAssocID="{2C26F777-621B-41F3-8E14-D356CB36DE65}" presName="sibTrans" presStyleCnt="0"/>
      <dgm:spPr/>
    </dgm:pt>
    <dgm:pt modelId="{99EAA283-C727-4A40-A0B2-123A38DAAB26}" type="pres">
      <dgm:prSet presAssocID="{81D90C8E-727C-4655-867A-1DF935424D73}" presName="compNode" presStyleCnt="0"/>
      <dgm:spPr/>
    </dgm:pt>
    <dgm:pt modelId="{B931594D-3B59-4DDE-B983-3CE48F1B94BF}" type="pres">
      <dgm:prSet presAssocID="{81D90C8E-727C-4655-867A-1DF935424D7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3931B229-5D41-47C3-96CB-6CA2EC14DE91}" type="pres">
      <dgm:prSet presAssocID="{81D90C8E-727C-4655-867A-1DF935424D73}" presName="spaceRect" presStyleCnt="0"/>
      <dgm:spPr/>
    </dgm:pt>
    <dgm:pt modelId="{67F6144E-56E2-4591-A0B0-F543275F0497}" type="pres">
      <dgm:prSet presAssocID="{81D90C8E-727C-4655-867A-1DF935424D73}" presName="textRect" presStyleLbl="revTx" presStyleIdx="4" presStyleCnt="6">
        <dgm:presLayoutVars>
          <dgm:chMax val="1"/>
          <dgm:chPref val="1"/>
        </dgm:presLayoutVars>
      </dgm:prSet>
      <dgm:spPr/>
    </dgm:pt>
    <dgm:pt modelId="{C7F6E85F-4B32-48E2-A60D-25362CD57182}" type="pres">
      <dgm:prSet presAssocID="{13641CC0-7395-4E03-B49C-630D0AF8B5CC}" presName="sibTrans" presStyleCnt="0"/>
      <dgm:spPr/>
    </dgm:pt>
    <dgm:pt modelId="{2CDFA09A-6F03-4751-B08B-234257181290}" type="pres">
      <dgm:prSet presAssocID="{F9D269CF-BAE2-4E59-AC06-36D098FE1BC8}" presName="compNode" presStyleCnt="0"/>
      <dgm:spPr/>
    </dgm:pt>
    <dgm:pt modelId="{7799E72C-8B25-463C-9DD4-32D8B53C1E71}" type="pres">
      <dgm:prSet presAssocID="{F9D269CF-BAE2-4E59-AC06-36D098FE1BC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F35EDD0-852F-4176-A933-C1011C0C9E88}" type="pres">
      <dgm:prSet presAssocID="{F9D269CF-BAE2-4E59-AC06-36D098FE1BC8}" presName="spaceRect" presStyleCnt="0"/>
      <dgm:spPr/>
    </dgm:pt>
    <dgm:pt modelId="{8FE6145D-4349-4D8F-A4F3-8ED0949B46CE}" type="pres">
      <dgm:prSet presAssocID="{F9D269CF-BAE2-4E59-AC06-36D098FE1BC8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54B87D31-11FD-4169-B382-FC62CE80F166}" srcId="{6E413692-BBDF-49C5-B3D0-6D8D2353E2DC}" destId="{3FBD1FCD-30F5-4AC6-A4D5-3EB338F62660}" srcOrd="2" destOrd="0" parTransId="{80E1C1E7-D8A0-4450-AC83-D7C7819D4844}" sibTransId="{D8BA7A87-C629-4938-A64C-375FA59BD866}"/>
    <dgm:cxn modelId="{925AB739-3766-45A0-BA5A-00DC574C6985}" type="presOf" srcId="{81D90C8E-727C-4655-867A-1DF935424D73}" destId="{67F6144E-56E2-4591-A0B0-F543275F0497}" srcOrd="0" destOrd="0" presId="urn:microsoft.com/office/officeart/2018/2/layout/IconLabelList"/>
    <dgm:cxn modelId="{596B9F61-6043-43F4-87DE-ED049CD0BCA9}" srcId="{6E413692-BBDF-49C5-B3D0-6D8D2353E2DC}" destId="{81D90C8E-727C-4655-867A-1DF935424D73}" srcOrd="4" destOrd="0" parTransId="{7E57C5D4-F4DC-41A8-95C3-019543169D6F}" sibTransId="{13641CC0-7395-4E03-B49C-630D0AF8B5CC}"/>
    <dgm:cxn modelId="{AD092D70-65DA-4ACB-8377-26F6AFA2F25C}" srcId="{6E413692-BBDF-49C5-B3D0-6D8D2353E2DC}" destId="{6B1074D1-D532-42B3-AAE3-260785D990AF}" srcOrd="3" destOrd="0" parTransId="{6140EBD6-565C-4F81-AF18-E7FFF86C5309}" sibTransId="{2C26F777-621B-41F3-8E14-D356CB36DE65}"/>
    <dgm:cxn modelId="{BAB6717D-D871-4FAE-8A09-096DB2E365CC}" srcId="{6E413692-BBDF-49C5-B3D0-6D8D2353E2DC}" destId="{DE53F44E-0B6D-4076-9EE0-4E53616593B3}" srcOrd="1" destOrd="0" parTransId="{A16EF03A-8F76-4B1D-AAC5-C657B9216FF3}" sibTransId="{F8985517-70FF-4D78-9415-022185256AB2}"/>
    <dgm:cxn modelId="{704FD87E-2E59-40C5-9CF4-56AB62A0EF11}" type="presOf" srcId="{FA4FCB3E-6F47-42FF-B72A-0508FEAB1435}" destId="{71FD9226-86A6-4D21-BD4B-DBF224D6D2A5}" srcOrd="0" destOrd="0" presId="urn:microsoft.com/office/officeart/2018/2/layout/IconLabelList"/>
    <dgm:cxn modelId="{D486C791-F56D-41D0-9497-217DC9EFF66F}" srcId="{6E413692-BBDF-49C5-B3D0-6D8D2353E2DC}" destId="{FA4FCB3E-6F47-42FF-B72A-0508FEAB1435}" srcOrd="0" destOrd="0" parTransId="{E3D9F50D-243B-4463-8F50-84C29A245FB1}" sibTransId="{CDB2FA4E-B624-4970-AB95-1290EBE8EF10}"/>
    <dgm:cxn modelId="{ED6B1AB4-40F2-4FBB-8ED7-39EA0739DBAE}" type="presOf" srcId="{6E413692-BBDF-49C5-B3D0-6D8D2353E2DC}" destId="{D073D196-9B7C-484A-A07D-A3F314481915}" srcOrd="0" destOrd="0" presId="urn:microsoft.com/office/officeart/2018/2/layout/IconLabelList"/>
    <dgm:cxn modelId="{4374C7B6-7C30-426A-8F82-8F7B5D6F726B}" type="presOf" srcId="{6B1074D1-D532-42B3-AAE3-260785D990AF}" destId="{CC284388-8E88-4396-8F4A-A5B571811478}" srcOrd="0" destOrd="0" presId="urn:microsoft.com/office/officeart/2018/2/layout/IconLabelList"/>
    <dgm:cxn modelId="{8A0F93C7-1BBD-4693-8452-E6EC2C25662D}" type="presOf" srcId="{3FBD1FCD-30F5-4AC6-A4D5-3EB338F62660}" destId="{DDD16ABF-EF37-46B7-AF5A-C2B8DEA6BF3D}" srcOrd="0" destOrd="0" presId="urn:microsoft.com/office/officeart/2018/2/layout/IconLabelList"/>
    <dgm:cxn modelId="{19A6ECD6-740D-4E97-AE10-5F1192865202}" srcId="{6E413692-BBDF-49C5-B3D0-6D8D2353E2DC}" destId="{F9D269CF-BAE2-4E59-AC06-36D098FE1BC8}" srcOrd="5" destOrd="0" parTransId="{39B14883-0FB2-4820-A37B-5B25AD45F390}" sibTransId="{75212717-A22C-41D6-85F7-269BB8EE84A2}"/>
    <dgm:cxn modelId="{454739FC-2FB9-4C07-8861-0D8B9F7DD4B8}" type="presOf" srcId="{DE53F44E-0B6D-4076-9EE0-4E53616593B3}" destId="{992B4D6E-E1B0-46A4-9254-B824E148D6A6}" srcOrd="0" destOrd="0" presId="urn:microsoft.com/office/officeart/2018/2/layout/IconLabelList"/>
    <dgm:cxn modelId="{6E99BBFF-D0A7-4F29-B871-7C5FA3A3D5A5}" type="presOf" srcId="{F9D269CF-BAE2-4E59-AC06-36D098FE1BC8}" destId="{8FE6145D-4349-4D8F-A4F3-8ED0949B46CE}" srcOrd="0" destOrd="0" presId="urn:microsoft.com/office/officeart/2018/2/layout/IconLabelList"/>
    <dgm:cxn modelId="{537E7101-C393-4164-8ECD-51580B0EF087}" type="presParOf" srcId="{D073D196-9B7C-484A-A07D-A3F314481915}" destId="{D2F28228-660E-46D0-B68B-E94B51DE424F}" srcOrd="0" destOrd="0" presId="urn:microsoft.com/office/officeart/2018/2/layout/IconLabelList"/>
    <dgm:cxn modelId="{AFDFB5D9-64B6-414E-B9F6-1B2E449DC24E}" type="presParOf" srcId="{D2F28228-660E-46D0-B68B-E94B51DE424F}" destId="{8275D34A-0846-4D4E-A6B0-456ACA2A377D}" srcOrd="0" destOrd="0" presId="urn:microsoft.com/office/officeart/2018/2/layout/IconLabelList"/>
    <dgm:cxn modelId="{D16A6F14-03B5-489D-B9A9-80671B9CDA0D}" type="presParOf" srcId="{D2F28228-660E-46D0-B68B-E94B51DE424F}" destId="{E17E7E0B-CF5C-487F-A922-7E586328E45B}" srcOrd="1" destOrd="0" presId="urn:microsoft.com/office/officeart/2018/2/layout/IconLabelList"/>
    <dgm:cxn modelId="{47D7E8A6-B33C-41FC-9E04-D48830DCFEFC}" type="presParOf" srcId="{D2F28228-660E-46D0-B68B-E94B51DE424F}" destId="{71FD9226-86A6-4D21-BD4B-DBF224D6D2A5}" srcOrd="2" destOrd="0" presId="urn:microsoft.com/office/officeart/2018/2/layout/IconLabelList"/>
    <dgm:cxn modelId="{3FFA1B4B-D0BC-4569-9AC3-CB56AA262F18}" type="presParOf" srcId="{D073D196-9B7C-484A-A07D-A3F314481915}" destId="{27A1D711-34E4-4F61-9004-FF0E0D358DBF}" srcOrd="1" destOrd="0" presId="urn:microsoft.com/office/officeart/2018/2/layout/IconLabelList"/>
    <dgm:cxn modelId="{BB29FE9A-CF7E-44B3-9201-B5ED0D29439F}" type="presParOf" srcId="{D073D196-9B7C-484A-A07D-A3F314481915}" destId="{413C8859-6849-48B7-A028-BBDB5F847272}" srcOrd="2" destOrd="0" presId="urn:microsoft.com/office/officeart/2018/2/layout/IconLabelList"/>
    <dgm:cxn modelId="{C4E54B08-5A85-49CF-A522-9B0AF60E15B6}" type="presParOf" srcId="{413C8859-6849-48B7-A028-BBDB5F847272}" destId="{D19331C7-1D73-463F-B331-3B5B6BDF221F}" srcOrd="0" destOrd="0" presId="urn:microsoft.com/office/officeart/2018/2/layout/IconLabelList"/>
    <dgm:cxn modelId="{7AE573AB-FAD5-4FE1-887B-3105DA559B38}" type="presParOf" srcId="{413C8859-6849-48B7-A028-BBDB5F847272}" destId="{1D077A2B-DB5E-4A9E-919D-4C8577C1F844}" srcOrd="1" destOrd="0" presId="urn:microsoft.com/office/officeart/2018/2/layout/IconLabelList"/>
    <dgm:cxn modelId="{D3ED9754-7C3B-419F-A06C-1845DD5CE190}" type="presParOf" srcId="{413C8859-6849-48B7-A028-BBDB5F847272}" destId="{992B4D6E-E1B0-46A4-9254-B824E148D6A6}" srcOrd="2" destOrd="0" presId="urn:microsoft.com/office/officeart/2018/2/layout/IconLabelList"/>
    <dgm:cxn modelId="{21BAA152-AFFA-4D18-BA65-BD43E59694B9}" type="presParOf" srcId="{D073D196-9B7C-484A-A07D-A3F314481915}" destId="{33D1C69B-4850-43FF-9F81-C469BAB7446F}" srcOrd="3" destOrd="0" presId="urn:microsoft.com/office/officeart/2018/2/layout/IconLabelList"/>
    <dgm:cxn modelId="{B54C87A0-918D-4B80-9DE1-E3F0542E26C2}" type="presParOf" srcId="{D073D196-9B7C-484A-A07D-A3F314481915}" destId="{47B9DA45-C27A-48F6-9AB0-8E9658DB4ABA}" srcOrd="4" destOrd="0" presId="urn:microsoft.com/office/officeart/2018/2/layout/IconLabelList"/>
    <dgm:cxn modelId="{507E2988-CA93-4F55-9B5E-CE2531588510}" type="presParOf" srcId="{47B9DA45-C27A-48F6-9AB0-8E9658DB4ABA}" destId="{79259CA2-52A4-4AC7-A49D-E790DDB27850}" srcOrd="0" destOrd="0" presId="urn:microsoft.com/office/officeart/2018/2/layout/IconLabelList"/>
    <dgm:cxn modelId="{E2371C31-FA19-445C-98B5-2E57261A8349}" type="presParOf" srcId="{47B9DA45-C27A-48F6-9AB0-8E9658DB4ABA}" destId="{17E7F51F-BF89-4B3E-8236-93D84C075EBD}" srcOrd="1" destOrd="0" presId="urn:microsoft.com/office/officeart/2018/2/layout/IconLabelList"/>
    <dgm:cxn modelId="{680A3E3E-1459-4799-AD28-E011780EDB78}" type="presParOf" srcId="{47B9DA45-C27A-48F6-9AB0-8E9658DB4ABA}" destId="{DDD16ABF-EF37-46B7-AF5A-C2B8DEA6BF3D}" srcOrd="2" destOrd="0" presId="urn:microsoft.com/office/officeart/2018/2/layout/IconLabelList"/>
    <dgm:cxn modelId="{FCB19C27-450D-407C-B437-802AB164A78C}" type="presParOf" srcId="{D073D196-9B7C-484A-A07D-A3F314481915}" destId="{7EC9FF99-8AB8-4B02-A944-0A41BEC654B0}" srcOrd="5" destOrd="0" presId="urn:microsoft.com/office/officeart/2018/2/layout/IconLabelList"/>
    <dgm:cxn modelId="{252F7D5E-44A3-491F-AA44-8B728F3C2C04}" type="presParOf" srcId="{D073D196-9B7C-484A-A07D-A3F314481915}" destId="{FDCC683F-6238-4A36-941B-EC383F7465D9}" srcOrd="6" destOrd="0" presId="urn:microsoft.com/office/officeart/2018/2/layout/IconLabelList"/>
    <dgm:cxn modelId="{68CEFB0B-A0A0-4948-8CFF-76558A031B11}" type="presParOf" srcId="{FDCC683F-6238-4A36-941B-EC383F7465D9}" destId="{6C5FBC3A-FA80-470A-8F0E-28E9609A12BD}" srcOrd="0" destOrd="0" presId="urn:microsoft.com/office/officeart/2018/2/layout/IconLabelList"/>
    <dgm:cxn modelId="{C04574A4-F2FC-4F6D-B898-4C799B388DC7}" type="presParOf" srcId="{FDCC683F-6238-4A36-941B-EC383F7465D9}" destId="{5D4B1594-0B1E-4F33-A5A8-3F1E81B1D257}" srcOrd="1" destOrd="0" presId="urn:microsoft.com/office/officeart/2018/2/layout/IconLabelList"/>
    <dgm:cxn modelId="{994B27D0-1467-4CD6-B23C-6E6941899DD3}" type="presParOf" srcId="{FDCC683F-6238-4A36-941B-EC383F7465D9}" destId="{CC284388-8E88-4396-8F4A-A5B571811478}" srcOrd="2" destOrd="0" presId="urn:microsoft.com/office/officeart/2018/2/layout/IconLabelList"/>
    <dgm:cxn modelId="{D55E7A5D-0267-4F90-BDBF-C96C373FE8F2}" type="presParOf" srcId="{D073D196-9B7C-484A-A07D-A3F314481915}" destId="{24D7F5CF-597D-4343-9E39-4574FFD3E408}" srcOrd="7" destOrd="0" presId="urn:microsoft.com/office/officeart/2018/2/layout/IconLabelList"/>
    <dgm:cxn modelId="{D392BD47-F748-4FAC-B6CC-722BAEB9314F}" type="presParOf" srcId="{D073D196-9B7C-484A-A07D-A3F314481915}" destId="{99EAA283-C727-4A40-A0B2-123A38DAAB26}" srcOrd="8" destOrd="0" presId="urn:microsoft.com/office/officeart/2018/2/layout/IconLabelList"/>
    <dgm:cxn modelId="{2E4FB190-C9E8-45A6-93BD-4BC36B6986D6}" type="presParOf" srcId="{99EAA283-C727-4A40-A0B2-123A38DAAB26}" destId="{B931594D-3B59-4DDE-B983-3CE48F1B94BF}" srcOrd="0" destOrd="0" presId="urn:microsoft.com/office/officeart/2018/2/layout/IconLabelList"/>
    <dgm:cxn modelId="{91DC2644-BE99-4B8F-AF48-658C3BB25383}" type="presParOf" srcId="{99EAA283-C727-4A40-A0B2-123A38DAAB26}" destId="{3931B229-5D41-47C3-96CB-6CA2EC14DE91}" srcOrd="1" destOrd="0" presId="urn:microsoft.com/office/officeart/2018/2/layout/IconLabelList"/>
    <dgm:cxn modelId="{BF2651E8-0CE8-49F1-941C-30CCDC9F7FE5}" type="presParOf" srcId="{99EAA283-C727-4A40-A0B2-123A38DAAB26}" destId="{67F6144E-56E2-4591-A0B0-F543275F0497}" srcOrd="2" destOrd="0" presId="urn:microsoft.com/office/officeart/2018/2/layout/IconLabelList"/>
    <dgm:cxn modelId="{3FEEDA0D-3B62-4508-AFE9-5AD869E7B759}" type="presParOf" srcId="{D073D196-9B7C-484A-A07D-A3F314481915}" destId="{C7F6E85F-4B32-48E2-A60D-25362CD57182}" srcOrd="9" destOrd="0" presId="urn:microsoft.com/office/officeart/2018/2/layout/IconLabelList"/>
    <dgm:cxn modelId="{98BC4F94-A7D5-4229-97E7-DB42FB8B7CFB}" type="presParOf" srcId="{D073D196-9B7C-484A-A07D-A3F314481915}" destId="{2CDFA09A-6F03-4751-B08B-234257181290}" srcOrd="10" destOrd="0" presId="urn:microsoft.com/office/officeart/2018/2/layout/IconLabelList"/>
    <dgm:cxn modelId="{8DD0D5F7-B276-4C0B-851F-6E3084681EBB}" type="presParOf" srcId="{2CDFA09A-6F03-4751-B08B-234257181290}" destId="{7799E72C-8B25-463C-9DD4-32D8B53C1E71}" srcOrd="0" destOrd="0" presId="urn:microsoft.com/office/officeart/2018/2/layout/IconLabelList"/>
    <dgm:cxn modelId="{8A8565E4-B2B3-424D-BC38-16ED305A049F}" type="presParOf" srcId="{2CDFA09A-6F03-4751-B08B-234257181290}" destId="{6F35EDD0-852F-4176-A933-C1011C0C9E88}" srcOrd="1" destOrd="0" presId="urn:microsoft.com/office/officeart/2018/2/layout/IconLabelList"/>
    <dgm:cxn modelId="{594ADF02-1EF3-4520-8BFC-2F0253CE05F7}" type="presParOf" srcId="{2CDFA09A-6F03-4751-B08B-234257181290}" destId="{8FE6145D-4349-4D8F-A4F3-8ED0949B46C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32C74D6-6403-4AB8-8741-6AD3C94CDBC0}" type="doc">
      <dgm:prSet loTypeId="urn:microsoft.com/office/officeart/2005/8/layout/default" loCatId="list" qsTypeId="urn:microsoft.com/office/officeart/2005/8/quickstyle/3d3" qsCatId="3D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185DF107-357B-4BAF-83B8-B89C0F70AF02}">
      <dgm:prSet phldrT="[Text]"/>
      <dgm:spPr/>
      <dgm:t>
        <a:bodyPr/>
        <a:lstStyle/>
        <a:p>
          <a:pPr>
            <a:buFont typeface="Arial"/>
            <a:buChar char="•"/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  <a:sym typeface="Arimo"/>
            </a:rPr>
            <a:t>Send emails </a:t>
          </a:r>
          <a:endParaRPr lang="en-US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gm:t>
    </dgm:pt>
    <dgm:pt modelId="{0F6558A1-C9C8-416F-864F-DEEFDCDC7361}" type="parTrans" cxnId="{EC8DC420-0B3F-425A-A472-9C9255EB618F}">
      <dgm:prSet/>
      <dgm:spPr/>
      <dgm:t>
        <a:bodyPr/>
        <a:lstStyle/>
        <a:p>
          <a:endParaRPr lang="en-US"/>
        </a:p>
      </dgm:t>
    </dgm:pt>
    <dgm:pt modelId="{6C232EB2-B833-4AA3-937B-E029F20AC7BC}" type="sibTrans" cxnId="{EC8DC420-0B3F-425A-A472-9C9255EB618F}">
      <dgm:prSet/>
      <dgm:spPr/>
      <dgm:t>
        <a:bodyPr/>
        <a:lstStyle/>
        <a:p>
          <a:endParaRPr lang="en-US"/>
        </a:p>
      </dgm:t>
    </dgm:pt>
    <dgm:pt modelId="{D2F1F4C7-EEF1-4D9C-A183-A5A4B7E01494}">
      <dgm:prSet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  <a:sym typeface="Arimo"/>
            </a:rPr>
            <a:t>Reply to emails </a:t>
          </a:r>
        </a:p>
      </dgm:t>
    </dgm:pt>
    <dgm:pt modelId="{4011F5F1-F291-4C51-8353-15D79E54BA50}" type="parTrans" cxnId="{0A976B65-89EE-4378-8192-AE56A70E816D}">
      <dgm:prSet/>
      <dgm:spPr/>
      <dgm:t>
        <a:bodyPr/>
        <a:lstStyle/>
        <a:p>
          <a:endParaRPr lang="en-US"/>
        </a:p>
      </dgm:t>
    </dgm:pt>
    <dgm:pt modelId="{54CAC98A-F0F6-46E3-A800-EDEBBF504D9D}" type="sibTrans" cxnId="{0A976B65-89EE-4378-8192-AE56A70E816D}">
      <dgm:prSet/>
      <dgm:spPr/>
      <dgm:t>
        <a:bodyPr/>
        <a:lstStyle/>
        <a:p>
          <a:endParaRPr lang="en-US"/>
        </a:p>
      </dgm:t>
    </dgm:pt>
    <dgm:pt modelId="{51916283-56A0-4D2A-B637-F8348249A880}">
      <dgm:prSet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  <a:sym typeface="Arimo"/>
            </a:rPr>
            <a:t>Create drafts </a:t>
          </a:r>
        </a:p>
      </dgm:t>
    </dgm:pt>
    <dgm:pt modelId="{04DE0A89-9895-47E6-A1BE-BEBE164FD899}" type="parTrans" cxnId="{0DAB0C26-AA40-4CE9-BABC-C86B6210528E}">
      <dgm:prSet/>
      <dgm:spPr/>
      <dgm:t>
        <a:bodyPr/>
        <a:lstStyle/>
        <a:p>
          <a:endParaRPr lang="en-US"/>
        </a:p>
      </dgm:t>
    </dgm:pt>
    <dgm:pt modelId="{ACCC2E4D-FFAE-484A-9AA2-1CEB64807714}" type="sibTrans" cxnId="{0DAB0C26-AA40-4CE9-BABC-C86B6210528E}">
      <dgm:prSet/>
      <dgm:spPr/>
      <dgm:t>
        <a:bodyPr/>
        <a:lstStyle/>
        <a:p>
          <a:endParaRPr lang="en-US"/>
        </a:p>
      </dgm:t>
    </dgm:pt>
    <dgm:pt modelId="{045DE4AE-4ADC-4151-92C9-DB26D7B35489}">
      <dgm:prSet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Arimo"/>
              <a:sym typeface="Arimo"/>
            </a:rPr>
            <a:t>Add/remove labels </a:t>
          </a:r>
        </a:p>
      </dgm:t>
    </dgm:pt>
    <dgm:pt modelId="{218ED740-7792-4F0D-BF4D-2CB6CF37F248}" type="parTrans" cxnId="{2FFD20FB-220D-4217-9407-4C69DE947E32}">
      <dgm:prSet/>
      <dgm:spPr/>
      <dgm:t>
        <a:bodyPr/>
        <a:lstStyle/>
        <a:p>
          <a:endParaRPr lang="en-US"/>
        </a:p>
      </dgm:t>
    </dgm:pt>
    <dgm:pt modelId="{4743E39A-AED3-4D1F-B182-9B7B3D6A4114}" type="sibTrans" cxnId="{2FFD20FB-220D-4217-9407-4C69DE947E32}">
      <dgm:prSet/>
      <dgm:spPr/>
      <dgm:t>
        <a:bodyPr/>
        <a:lstStyle/>
        <a:p>
          <a:endParaRPr lang="en-US"/>
        </a:p>
      </dgm:t>
    </dgm:pt>
    <dgm:pt modelId="{D31EB2FA-1B8D-4C93-8E29-D3DE75136977}">
      <dgm:prSet/>
      <dgm:spPr/>
      <dgm:t>
        <a:bodyPr/>
        <a:lstStyle/>
        <a:p>
          <a:r>
            <a:rPr lang="en-US">
              <a:latin typeface="Roboto" panose="02000000000000000000" pitchFamily="2" charset="0"/>
              <a:ea typeface="Roboto" panose="02000000000000000000" pitchFamily="2" charset="0"/>
              <a:cs typeface="Arimo"/>
              <a:sym typeface="Arimo"/>
            </a:rPr>
            <a:t>Delete emails </a:t>
          </a:r>
          <a:endParaRPr lang="en-US" dirty="0">
            <a:latin typeface="Roboto" panose="02000000000000000000" pitchFamily="2" charset="0"/>
            <a:ea typeface="Roboto" panose="02000000000000000000" pitchFamily="2" charset="0"/>
            <a:cs typeface="Arimo"/>
            <a:sym typeface="Arimo"/>
          </a:endParaRPr>
        </a:p>
      </dgm:t>
    </dgm:pt>
    <dgm:pt modelId="{2D569247-A82A-47E5-823E-9B4FE0B04FDB}" type="parTrans" cxnId="{EA14D775-20BB-479C-B41B-17725C6BA023}">
      <dgm:prSet/>
      <dgm:spPr/>
      <dgm:t>
        <a:bodyPr/>
        <a:lstStyle/>
        <a:p>
          <a:endParaRPr lang="en-US"/>
        </a:p>
      </dgm:t>
    </dgm:pt>
    <dgm:pt modelId="{D04A27ED-2EDE-4E95-BD5C-832BA9588511}" type="sibTrans" cxnId="{EA14D775-20BB-479C-B41B-17725C6BA023}">
      <dgm:prSet/>
      <dgm:spPr/>
      <dgm:t>
        <a:bodyPr/>
        <a:lstStyle/>
        <a:p>
          <a:endParaRPr lang="en-US"/>
        </a:p>
      </dgm:t>
    </dgm:pt>
    <dgm:pt modelId="{F8A3A618-4742-4A66-AB8C-B1E15C6C88D0}">
      <dgm:prSet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Arimo"/>
              <a:sym typeface="Arimo"/>
            </a:rPr>
            <a:t>Retrieve emails</a:t>
          </a:r>
        </a:p>
      </dgm:t>
    </dgm:pt>
    <dgm:pt modelId="{356970C2-17CC-4A38-A81C-10B4E72DFFF7}" type="parTrans" cxnId="{818D3BAA-EF81-4DCF-963B-7C15489774F0}">
      <dgm:prSet/>
      <dgm:spPr/>
      <dgm:t>
        <a:bodyPr/>
        <a:lstStyle/>
        <a:p>
          <a:endParaRPr lang="en-US"/>
        </a:p>
      </dgm:t>
    </dgm:pt>
    <dgm:pt modelId="{5FE0EC0C-D7BB-41FA-87E3-1B3AE08583D5}" type="sibTrans" cxnId="{818D3BAA-EF81-4DCF-963B-7C15489774F0}">
      <dgm:prSet/>
      <dgm:spPr/>
      <dgm:t>
        <a:bodyPr/>
        <a:lstStyle/>
        <a:p>
          <a:endParaRPr lang="en-US"/>
        </a:p>
      </dgm:t>
    </dgm:pt>
    <dgm:pt modelId="{21A05164-9719-477E-A2EC-FE905C910574}">
      <dgm:prSet/>
      <dgm:spPr/>
      <dgm:t>
        <a:bodyPr/>
        <a:lstStyle/>
        <a:p>
          <a:r>
            <a:rPr lang="en-US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  <a:sym typeface="Arimo"/>
            </a:rPr>
            <a:t>Mark / Unmark as read </a:t>
          </a:r>
        </a:p>
      </dgm:t>
    </dgm:pt>
    <dgm:pt modelId="{44F55E98-2620-4CAE-B05C-B7D205241DBF}" type="parTrans" cxnId="{EC88082C-3181-4FCC-8A5E-ED6DADB90970}">
      <dgm:prSet/>
      <dgm:spPr/>
      <dgm:t>
        <a:bodyPr/>
        <a:lstStyle/>
        <a:p>
          <a:endParaRPr lang="en-US"/>
        </a:p>
      </dgm:t>
    </dgm:pt>
    <dgm:pt modelId="{31206ED2-6868-4C0E-B010-A74BFEF3A8E9}" type="sibTrans" cxnId="{EC88082C-3181-4FCC-8A5E-ED6DADB90970}">
      <dgm:prSet/>
      <dgm:spPr/>
      <dgm:t>
        <a:bodyPr/>
        <a:lstStyle/>
        <a:p>
          <a:endParaRPr lang="en-US"/>
        </a:p>
      </dgm:t>
    </dgm:pt>
    <dgm:pt modelId="{EC80BF8B-AB78-444F-89CD-1C5E1FA23F31}" type="pres">
      <dgm:prSet presAssocID="{D32C74D6-6403-4AB8-8741-6AD3C94CDBC0}" presName="diagram" presStyleCnt="0">
        <dgm:presLayoutVars>
          <dgm:dir/>
          <dgm:resizeHandles val="exact"/>
        </dgm:presLayoutVars>
      </dgm:prSet>
      <dgm:spPr/>
    </dgm:pt>
    <dgm:pt modelId="{65C8F5B2-5306-49BB-BAC2-6C71CF356E4D}" type="pres">
      <dgm:prSet presAssocID="{185DF107-357B-4BAF-83B8-B89C0F70AF02}" presName="node" presStyleLbl="node1" presStyleIdx="0" presStyleCnt="7">
        <dgm:presLayoutVars>
          <dgm:bulletEnabled val="1"/>
        </dgm:presLayoutVars>
      </dgm:prSet>
      <dgm:spPr/>
    </dgm:pt>
    <dgm:pt modelId="{396A536F-BBE8-4E1F-ABD9-B649971C7802}" type="pres">
      <dgm:prSet presAssocID="{6C232EB2-B833-4AA3-937B-E029F20AC7BC}" presName="sibTrans" presStyleCnt="0"/>
      <dgm:spPr/>
    </dgm:pt>
    <dgm:pt modelId="{92A54671-EFE6-4B6B-8AEF-71777BF58C91}" type="pres">
      <dgm:prSet presAssocID="{D2F1F4C7-EEF1-4D9C-A183-A5A4B7E01494}" presName="node" presStyleLbl="node1" presStyleIdx="1" presStyleCnt="7">
        <dgm:presLayoutVars>
          <dgm:bulletEnabled val="1"/>
        </dgm:presLayoutVars>
      </dgm:prSet>
      <dgm:spPr/>
    </dgm:pt>
    <dgm:pt modelId="{07EF49D5-DE2D-470F-BFC7-E7A53B5C6E37}" type="pres">
      <dgm:prSet presAssocID="{54CAC98A-F0F6-46E3-A800-EDEBBF504D9D}" presName="sibTrans" presStyleCnt="0"/>
      <dgm:spPr/>
    </dgm:pt>
    <dgm:pt modelId="{BF72EF79-0708-40CF-BF58-92D500AB28B2}" type="pres">
      <dgm:prSet presAssocID="{51916283-56A0-4D2A-B637-F8348249A880}" presName="node" presStyleLbl="node1" presStyleIdx="2" presStyleCnt="7">
        <dgm:presLayoutVars>
          <dgm:bulletEnabled val="1"/>
        </dgm:presLayoutVars>
      </dgm:prSet>
      <dgm:spPr/>
    </dgm:pt>
    <dgm:pt modelId="{8B4FEAAA-65C3-48A5-BCE3-7962A1C1C997}" type="pres">
      <dgm:prSet presAssocID="{ACCC2E4D-FFAE-484A-9AA2-1CEB64807714}" presName="sibTrans" presStyleCnt="0"/>
      <dgm:spPr/>
    </dgm:pt>
    <dgm:pt modelId="{30B9FEDC-4040-42E6-9909-4682922FAEC2}" type="pres">
      <dgm:prSet presAssocID="{045DE4AE-4ADC-4151-92C9-DB26D7B35489}" presName="node" presStyleLbl="node1" presStyleIdx="3" presStyleCnt="7">
        <dgm:presLayoutVars>
          <dgm:bulletEnabled val="1"/>
        </dgm:presLayoutVars>
      </dgm:prSet>
      <dgm:spPr/>
    </dgm:pt>
    <dgm:pt modelId="{43045D7E-AD19-4190-A50A-202E512DEF4F}" type="pres">
      <dgm:prSet presAssocID="{4743E39A-AED3-4D1F-B182-9B7B3D6A4114}" presName="sibTrans" presStyleCnt="0"/>
      <dgm:spPr/>
    </dgm:pt>
    <dgm:pt modelId="{78EDB6ED-AA1D-4F53-8C33-1D9C530D6197}" type="pres">
      <dgm:prSet presAssocID="{D31EB2FA-1B8D-4C93-8E29-D3DE75136977}" presName="node" presStyleLbl="node1" presStyleIdx="4" presStyleCnt="7">
        <dgm:presLayoutVars>
          <dgm:bulletEnabled val="1"/>
        </dgm:presLayoutVars>
      </dgm:prSet>
      <dgm:spPr/>
    </dgm:pt>
    <dgm:pt modelId="{85F01FF2-E4BE-41A9-A456-2DECB996B252}" type="pres">
      <dgm:prSet presAssocID="{D04A27ED-2EDE-4E95-BD5C-832BA9588511}" presName="sibTrans" presStyleCnt="0"/>
      <dgm:spPr/>
    </dgm:pt>
    <dgm:pt modelId="{7F56F1C5-711E-4F10-8181-D1F1AB7C3EEA}" type="pres">
      <dgm:prSet presAssocID="{F8A3A618-4742-4A66-AB8C-B1E15C6C88D0}" presName="node" presStyleLbl="node1" presStyleIdx="5" presStyleCnt="7">
        <dgm:presLayoutVars>
          <dgm:bulletEnabled val="1"/>
        </dgm:presLayoutVars>
      </dgm:prSet>
      <dgm:spPr/>
    </dgm:pt>
    <dgm:pt modelId="{91A90E60-C3BF-4B2D-ABBC-13918F4573B8}" type="pres">
      <dgm:prSet presAssocID="{5FE0EC0C-D7BB-41FA-87E3-1B3AE08583D5}" presName="sibTrans" presStyleCnt="0"/>
      <dgm:spPr/>
    </dgm:pt>
    <dgm:pt modelId="{DD9E0605-5C72-4DCB-8182-6000E8131F64}" type="pres">
      <dgm:prSet presAssocID="{21A05164-9719-477E-A2EC-FE905C910574}" presName="node" presStyleLbl="node1" presStyleIdx="6" presStyleCnt="7" custScaleX="175709">
        <dgm:presLayoutVars>
          <dgm:bulletEnabled val="1"/>
        </dgm:presLayoutVars>
      </dgm:prSet>
      <dgm:spPr/>
    </dgm:pt>
  </dgm:ptLst>
  <dgm:cxnLst>
    <dgm:cxn modelId="{EC8DC420-0B3F-425A-A472-9C9255EB618F}" srcId="{D32C74D6-6403-4AB8-8741-6AD3C94CDBC0}" destId="{185DF107-357B-4BAF-83B8-B89C0F70AF02}" srcOrd="0" destOrd="0" parTransId="{0F6558A1-C9C8-416F-864F-DEEFDCDC7361}" sibTransId="{6C232EB2-B833-4AA3-937B-E029F20AC7BC}"/>
    <dgm:cxn modelId="{0DAB0C26-AA40-4CE9-BABC-C86B6210528E}" srcId="{D32C74D6-6403-4AB8-8741-6AD3C94CDBC0}" destId="{51916283-56A0-4D2A-B637-F8348249A880}" srcOrd="2" destOrd="0" parTransId="{04DE0A89-9895-47E6-A1BE-BEBE164FD899}" sibTransId="{ACCC2E4D-FFAE-484A-9AA2-1CEB64807714}"/>
    <dgm:cxn modelId="{EC88082C-3181-4FCC-8A5E-ED6DADB90970}" srcId="{D32C74D6-6403-4AB8-8741-6AD3C94CDBC0}" destId="{21A05164-9719-477E-A2EC-FE905C910574}" srcOrd="6" destOrd="0" parTransId="{44F55E98-2620-4CAE-B05C-B7D205241DBF}" sibTransId="{31206ED2-6868-4C0E-B010-A74BFEF3A8E9}"/>
    <dgm:cxn modelId="{3B00295D-B73D-4001-AF96-CD0666F8B0F3}" type="presOf" srcId="{185DF107-357B-4BAF-83B8-B89C0F70AF02}" destId="{65C8F5B2-5306-49BB-BAC2-6C71CF356E4D}" srcOrd="0" destOrd="0" presId="urn:microsoft.com/office/officeart/2005/8/layout/default"/>
    <dgm:cxn modelId="{0A976B65-89EE-4378-8192-AE56A70E816D}" srcId="{D32C74D6-6403-4AB8-8741-6AD3C94CDBC0}" destId="{D2F1F4C7-EEF1-4D9C-A183-A5A4B7E01494}" srcOrd="1" destOrd="0" parTransId="{4011F5F1-F291-4C51-8353-15D79E54BA50}" sibTransId="{54CAC98A-F0F6-46E3-A800-EDEBBF504D9D}"/>
    <dgm:cxn modelId="{3FB4146B-4C4B-426F-9443-95E60ADA60F3}" type="presOf" srcId="{51916283-56A0-4D2A-B637-F8348249A880}" destId="{BF72EF79-0708-40CF-BF58-92D500AB28B2}" srcOrd="0" destOrd="0" presId="urn:microsoft.com/office/officeart/2005/8/layout/default"/>
    <dgm:cxn modelId="{EA14D775-20BB-479C-B41B-17725C6BA023}" srcId="{D32C74D6-6403-4AB8-8741-6AD3C94CDBC0}" destId="{D31EB2FA-1B8D-4C93-8E29-D3DE75136977}" srcOrd="4" destOrd="0" parTransId="{2D569247-A82A-47E5-823E-9B4FE0B04FDB}" sibTransId="{D04A27ED-2EDE-4E95-BD5C-832BA9588511}"/>
    <dgm:cxn modelId="{818D3BAA-EF81-4DCF-963B-7C15489774F0}" srcId="{D32C74D6-6403-4AB8-8741-6AD3C94CDBC0}" destId="{F8A3A618-4742-4A66-AB8C-B1E15C6C88D0}" srcOrd="5" destOrd="0" parTransId="{356970C2-17CC-4A38-A81C-10B4E72DFFF7}" sibTransId="{5FE0EC0C-D7BB-41FA-87E3-1B3AE08583D5}"/>
    <dgm:cxn modelId="{E60CABB2-565E-4154-B66D-B217B99543EA}" type="presOf" srcId="{045DE4AE-4ADC-4151-92C9-DB26D7B35489}" destId="{30B9FEDC-4040-42E6-9909-4682922FAEC2}" srcOrd="0" destOrd="0" presId="urn:microsoft.com/office/officeart/2005/8/layout/default"/>
    <dgm:cxn modelId="{B6832DC9-070B-4CDA-92DC-B28CE3461B01}" type="presOf" srcId="{21A05164-9719-477E-A2EC-FE905C910574}" destId="{DD9E0605-5C72-4DCB-8182-6000E8131F64}" srcOrd="0" destOrd="0" presId="urn:microsoft.com/office/officeart/2005/8/layout/default"/>
    <dgm:cxn modelId="{E6F024DB-FFAB-4E1E-9111-A9636A889A78}" type="presOf" srcId="{D31EB2FA-1B8D-4C93-8E29-D3DE75136977}" destId="{78EDB6ED-AA1D-4F53-8C33-1D9C530D6197}" srcOrd="0" destOrd="0" presId="urn:microsoft.com/office/officeart/2005/8/layout/default"/>
    <dgm:cxn modelId="{713337E1-D668-4BD1-BA91-46663143A370}" type="presOf" srcId="{D2F1F4C7-EEF1-4D9C-A183-A5A4B7E01494}" destId="{92A54671-EFE6-4B6B-8AEF-71777BF58C91}" srcOrd="0" destOrd="0" presId="urn:microsoft.com/office/officeart/2005/8/layout/default"/>
    <dgm:cxn modelId="{7956E8EF-A293-462A-A3F9-9BC161D73CE7}" type="presOf" srcId="{D32C74D6-6403-4AB8-8741-6AD3C94CDBC0}" destId="{EC80BF8B-AB78-444F-89CD-1C5E1FA23F31}" srcOrd="0" destOrd="0" presId="urn:microsoft.com/office/officeart/2005/8/layout/default"/>
    <dgm:cxn modelId="{31B7B4F5-0AAD-425B-A179-A24700026742}" type="presOf" srcId="{F8A3A618-4742-4A66-AB8C-B1E15C6C88D0}" destId="{7F56F1C5-711E-4F10-8181-D1F1AB7C3EEA}" srcOrd="0" destOrd="0" presId="urn:microsoft.com/office/officeart/2005/8/layout/default"/>
    <dgm:cxn modelId="{2FFD20FB-220D-4217-9407-4C69DE947E32}" srcId="{D32C74D6-6403-4AB8-8741-6AD3C94CDBC0}" destId="{045DE4AE-4ADC-4151-92C9-DB26D7B35489}" srcOrd="3" destOrd="0" parTransId="{218ED740-7792-4F0D-BF4D-2CB6CF37F248}" sibTransId="{4743E39A-AED3-4D1F-B182-9B7B3D6A4114}"/>
    <dgm:cxn modelId="{443EEC33-C740-4E54-A2D7-B94D33EA3E4B}" type="presParOf" srcId="{EC80BF8B-AB78-444F-89CD-1C5E1FA23F31}" destId="{65C8F5B2-5306-49BB-BAC2-6C71CF356E4D}" srcOrd="0" destOrd="0" presId="urn:microsoft.com/office/officeart/2005/8/layout/default"/>
    <dgm:cxn modelId="{D481FD41-5B92-4C27-813C-0AFF57EC022F}" type="presParOf" srcId="{EC80BF8B-AB78-444F-89CD-1C5E1FA23F31}" destId="{396A536F-BBE8-4E1F-ABD9-B649971C7802}" srcOrd="1" destOrd="0" presId="urn:microsoft.com/office/officeart/2005/8/layout/default"/>
    <dgm:cxn modelId="{B840AC09-341E-40C5-82C2-560F229A2AD3}" type="presParOf" srcId="{EC80BF8B-AB78-444F-89CD-1C5E1FA23F31}" destId="{92A54671-EFE6-4B6B-8AEF-71777BF58C91}" srcOrd="2" destOrd="0" presId="urn:microsoft.com/office/officeart/2005/8/layout/default"/>
    <dgm:cxn modelId="{95336F3D-2F6D-4261-B2A6-2BC453D6DA90}" type="presParOf" srcId="{EC80BF8B-AB78-444F-89CD-1C5E1FA23F31}" destId="{07EF49D5-DE2D-470F-BFC7-E7A53B5C6E37}" srcOrd="3" destOrd="0" presId="urn:microsoft.com/office/officeart/2005/8/layout/default"/>
    <dgm:cxn modelId="{216F7512-6942-42E9-BC36-95FDF3E44CEC}" type="presParOf" srcId="{EC80BF8B-AB78-444F-89CD-1C5E1FA23F31}" destId="{BF72EF79-0708-40CF-BF58-92D500AB28B2}" srcOrd="4" destOrd="0" presId="urn:microsoft.com/office/officeart/2005/8/layout/default"/>
    <dgm:cxn modelId="{2F29A02D-9AAB-4C16-B975-6387E8D9F0C8}" type="presParOf" srcId="{EC80BF8B-AB78-444F-89CD-1C5E1FA23F31}" destId="{8B4FEAAA-65C3-48A5-BCE3-7962A1C1C997}" srcOrd="5" destOrd="0" presId="urn:microsoft.com/office/officeart/2005/8/layout/default"/>
    <dgm:cxn modelId="{97D5F0A7-00F4-4168-BAF5-72BCFB13273B}" type="presParOf" srcId="{EC80BF8B-AB78-444F-89CD-1C5E1FA23F31}" destId="{30B9FEDC-4040-42E6-9909-4682922FAEC2}" srcOrd="6" destOrd="0" presId="urn:microsoft.com/office/officeart/2005/8/layout/default"/>
    <dgm:cxn modelId="{20454E8F-57A5-4A31-A4E7-DBAE3DBFBBAD}" type="presParOf" srcId="{EC80BF8B-AB78-444F-89CD-1C5E1FA23F31}" destId="{43045D7E-AD19-4190-A50A-202E512DEF4F}" srcOrd="7" destOrd="0" presId="urn:microsoft.com/office/officeart/2005/8/layout/default"/>
    <dgm:cxn modelId="{A4846028-340E-423E-8891-BD4BE58D344D}" type="presParOf" srcId="{EC80BF8B-AB78-444F-89CD-1C5E1FA23F31}" destId="{78EDB6ED-AA1D-4F53-8C33-1D9C530D6197}" srcOrd="8" destOrd="0" presId="urn:microsoft.com/office/officeart/2005/8/layout/default"/>
    <dgm:cxn modelId="{0568A50A-6390-4A25-B095-8577F1C0BFB9}" type="presParOf" srcId="{EC80BF8B-AB78-444F-89CD-1C5E1FA23F31}" destId="{85F01FF2-E4BE-41A9-A456-2DECB996B252}" srcOrd="9" destOrd="0" presId="urn:microsoft.com/office/officeart/2005/8/layout/default"/>
    <dgm:cxn modelId="{ADDFADAD-8FDA-4807-978F-089431DC4ECE}" type="presParOf" srcId="{EC80BF8B-AB78-444F-89CD-1C5E1FA23F31}" destId="{7F56F1C5-711E-4F10-8181-D1F1AB7C3EEA}" srcOrd="10" destOrd="0" presId="urn:microsoft.com/office/officeart/2005/8/layout/default"/>
    <dgm:cxn modelId="{CEECFD5F-D187-4429-A22E-D8293946E0F1}" type="presParOf" srcId="{EC80BF8B-AB78-444F-89CD-1C5E1FA23F31}" destId="{91A90E60-C3BF-4B2D-ABBC-13918F4573B8}" srcOrd="11" destOrd="0" presId="urn:microsoft.com/office/officeart/2005/8/layout/default"/>
    <dgm:cxn modelId="{93FD9376-9B41-4ED3-9882-227E5CA028E3}" type="presParOf" srcId="{EC80BF8B-AB78-444F-89CD-1C5E1FA23F31}" destId="{DD9E0605-5C72-4DCB-8182-6000E8131F64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D6F2811-8960-404D-85A7-B3694F767DCC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8B881955-2C48-4340-8B5F-5C3F28002328}">
      <dgm:prSet phldrT="[Text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b="0" i="0" u="none" strike="noStrike" cap="none" normalizeH="0" baseline="0" dirty="0">
              <a:ln/>
              <a:effectLst/>
              <a:latin typeface="Roboto" panose="02000000000000000000" pitchFamily="2" charset="0"/>
              <a:ea typeface="Roboto" panose="02000000000000000000" pitchFamily="2" charset="0"/>
            </a:rPr>
            <a:t>📆Create events </a:t>
          </a:r>
          <a:endParaRPr lang="en-US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9784EA39-BA43-4AF5-BDF1-3DD8DBD56385}" type="parTrans" cxnId="{BDCD50A8-FF13-4DF1-8DA0-F02324BC8D89}">
      <dgm:prSet/>
      <dgm:spPr/>
      <dgm:t>
        <a:bodyPr/>
        <a:lstStyle/>
        <a:p>
          <a:endParaRPr lang="en-US"/>
        </a:p>
      </dgm:t>
    </dgm:pt>
    <dgm:pt modelId="{E5F61065-7391-4363-B3F6-DBEE97C9C040}" type="sibTrans" cxnId="{BDCD50A8-FF13-4DF1-8DA0-F02324BC8D89}">
      <dgm:prSet phldrT="1" phldr="0"/>
      <dgm:spPr/>
    </dgm:pt>
    <dgm:pt modelId="{E60CFA26-0F29-4E0D-BE71-FF7C930DAF64}">
      <dgm:prSet/>
      <dgm:spPr/>
      <dgm:t>
        <a:bodyPr/>
        <a:lstStyle/>
        <a:p>
          <a:r>
            <a:rPr kumimoji="0" lang="en-US" altLang="en-US" b="0" i="0" u="none" strike="noStrike" cap="none" normalizeH="0" baseline="0" dirty="0">
              <a:ln/>
              <a:effectLst/>
              <a:latin typeface="Roboto" panose="02000000000000000000" pitchFamily="2" charset="0"/>
              <a:ea typeface="Roboto" panose="02000000000000000000" pitchFamily="2" charset="0"/>
            </a:rPr>
            <a:t>📥Retrieve events </a:t>
          </a:r>
        </a:p>
      </dgm:t>
    </dgm:pt>
    <dgm:pt modelId="{892DB61F-6233-4B1D-9EE3-B36EF6C28D83}" type="parTrans" cxnId="{1D049EAD-CF4A-41B0-B1B8-D73FD53FA3FA}">
      <dgm:prSet/>
      <dgm:spPr/>
      <dgm:t>
        <a:bodyPr/>
        <a:lstStyle/>
        <a:p>
          <a:endParaRPr lang="en-US"/>
        </a:p>
      </dgm:t>
    </dgm:pt>
    <dgm:pt modelId="{859FB884-25C3-4984-AD54-3766193277A3}" type="sibTrans" cxnId="{1D049EAD-CF4A-41B0-B1B8-D73FD53FA3FA}">
      <dgm:prSet phldrT="2" phldr="0"/>
      <dgm:spPr/>
    </dgm:pt>
    <dgm:pt modelId="{75D76BAA-26C3-4097-93AD-E9CEE3433DE1}">
      <dgm:prSet/>
      <dgm:spPr/>
      <dgm:t>
        <a:bodyPr/>
        <a:lstStyle/>
        <a:p>
          <a:r>
            <a:rPr lang="en-US" altLang="en-US" dirty="0">
              <a:latin typeface="Roboto" panose="02000000000000000000" pitchFamily="2" charset="0"/>
              <a:ea typeface="Roboto" panose="02000000000000000000" pitchFamily="2" charset="0"/>
            </a:rPr>
            <a:t>📝Update events</a:t>
          </a:r>
          <a:endParaRPr kumimoji="0" lang="en-US" altLang="en-US" b="0" i="0" u="none" strike="noStrike" cap="none" normalizeH="0" baseline="0" dirty="0">
            <a:ln/>
            <a:effectLst/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E76084B6-D52F-484F-9C2C-012D0AE50B30}" type="parTrans" cxnId="{7BDEC670-8A19-48F2-BC05-2813E839D2AF}">
      <dgm:prSet/>
      <dgm:spPr/>
      <dgm:t>
        <a:bodyPr/>
        <a:lstStyle/>
        <a:p>
          <a:endParaRPr lang="en-US"/>
        </a:p>
      </dgm:t>
    </dgm:pt>
    <dgm:pt modelId="{3ACCE1E6-F0B2-4685-B325-383A39C3DECB}" type="sibTrans" cxnId="{7BDEC670-8A19-48F2-BC05-2813E839D2AF}">
      <dgm:prSet phldrT="3" phldr="0"/>
      <dgm:spPr/>
    </dgm:pt>
    <dgm:pt modelId="{FEFAEDD8-77D9-4F81-BC1F-3F754C57EB88}">
      <dgm:prSet/>
      <dgm:spPr/>
      <dgm:t>
        <a:bodyPr/>
        <a:lstStyle/>
        <a:p>
          <a:r>
            <a:rPr kumimoji="0" lang="en-US" altLang="en-US" b="0" i="0" u="none" strike="noStrike" cap="none" normalizeH="0" baseline="0" dirty="0">
              <a:ln/>
              <a:effectLst/>
              <a:latin typeface="Roboto" panose="02000000000000000000" pitchFamily="2" charset="0"/>
              <a:ea typeface="Roboto" panose="02000000000000000000" pitchFamily="2" charset="0"/>
            </a:rPr>
            <a:t>🪣Delete events </a:t>
          </a:r>
        </a:p>
      </dgm:t>
    </dgm:pt>
    <dgm:pt modelId="{376D75FA-339B-4C2C-B4B4-B30B81958498}" type="parTrans" cxnId="{648B752C-D09F-4A70-84DB-06D354C77252}">
      <dgm:prSet/>
      <dgm:spPr/>
      <dgm:t>
        <a:bodyPr/>
        <a:lstStyle/>
        <a:p>
          <a:endParaRPr lang="en-US"/>
        </a:p>
      </dgm:t>
    </dgm:pt>
    <dgm:pt modelId="{5C35EE39-7751-4255-B6CE-9CE94E213181}" type="sibTrans" cxnId="{648B752C-D09F-4A70-84DB-06D354C77252}">
      <dgm:prSet phldrT="4" phldr="0"/>
      <dgm:spPr/>
    </dgm:pt>
    <dgm:pt modelId="{3DCFC975-2C22-42F2-85D7-FD6A319E8B5C}" type="pres">
      <dgm:prSet presAssocID="{5D6F2811-8960-404D-85A7-B3694F767DCC}" presName="diagram" presStyleCnt="0">
        <dgm:presLayoutVars>
          <dgm:dir/>
          <dgm:resizeHandles val="exact"/>
        </dgm:presLayoutVars>
      </dgm:prSet>
      <dgm:spPr/>
    </dgm:pt>
    <dgm:pt modelId="{0FE03ACF-CCE8-4B81-A5AE-953A522F3187}" type="pres">
      <dgm:prSet presAssocID="{8B881955-2C48-4340-8B5F-5C3F28002328}" presName="node" presStyleLbl="node1" presStyleIdx="0" presStyleCnt="4">
        <dgm:presLayoutVars>
          <dgm:bulletEnabled val="1"/>
        </dgm:presLayoutVars>
      </dgm:prSet>
      <dgm:spPr>
        <a:prstGeom prst="flowChartAlternateProcess">
          <a:avLst/>
        </a:prstGeom>
      </dgm:spPr>
    </dgm:pt>
    <dgm:pt modelId="{8678B610-6E01-4B1F-A59D-B58B2B453BB1}" type="pres">
      <dgm:prSet presAssocID="{E5F61065-7391-4363-B3F6-DBEE97C9C040}" presName="sibTrans" presStyleCnt="0"/>
      <dgm:spPr/>
    </dgm:pt>
    <dgm:pt modelId="{0AD55331-FC26-456D-872E-822B1B5B5D5A}" type="pres">
      <dgm:prSet presAssocID="{E60CFA26-0F29-4E0D-BE71-FF7C930DAF64}" presName="node" presStyleLbl="node1" presStyleIdx="1" presStyleCnt="4">
        <dgm:presLayoutVars>
          <dgm:bulletEnabled val="1"/>
        </dgm:presLayoutVars>
      </dgm:prSet>
      <dgm:spPr>
        <a:prstGeom prst="roundRect">
          <a:avLst/>
        </a:prstGeom>
      </dgm:spPr>
    </dgm:pt>
    <dgm:pt modelId="{73910E62-4E9F-4DC5-9825-55CA17C909B2}" type="pres">
      <dgm:prSet presAssocID="{859FB884-25C3-4984-AD54-3766193277A3}" presName="sibTrans" presStyleCnt="0"/>
      <dgm:spPr/>
    </dgm:pt>
    <dgm:pt modelId="{7BCE6B2F-6A76-4FF4-8158-5B5F3899518C}" type="pres">
      <dgm:prSet presAssocID="{75D76BAA-26C3-4097-93AD-E9CEE3433DE1}" presName="node" presStyleLbl="node1" presStyleIdx="2" presStyleCnt="4">
        <dgm:presLayoutVars>
          <dgm:bulletEnabled val="1"/>
        </dgm:presLayoutVars>
      </dgm:prSet>
      <dgm:spPr>
        <a:prstGeom prst="roundRect">
          <a:avLst/>
        </a:prstGeom>
      </dgm:spPr>
    </dgm:pt>
    <dgm:pt modelId="{427E934F-B745-441E-838C-892378C0E405}" type="pres">
      <dgm:prSet presAssocID="{3ACCE1E6-F0B2-4685-B325-383A39C3DECB}" presName="sibTrans" presStyleCnt="0"/>
      <dgm:spPr/>
    </dgm:pt>
    <dgm:pt modelId="{CF508539-DEF5-4523-AD2D-4CECF87B64BA}" type="pres">
      <dgm:prSet presAssocID="{FEFAEDD8-77D9-4F81-BC1F-3F754C57EB88}" presName="node" presStyleLbl="node1" presStyleIdx="3" presStyleCnt="4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F755E816-3B64-45AF-A02C-B8606C1F189D}" type="presOf" srcId="{FEFAEDD8-77D9-4F81-BC1F-3F754C57EB88}" destId="{CF508539-DEF5-4523-AD2D-4CECF87B64BA}" srcOrd="0" destOrd="0" presId="urn:microsoft.com/office/officeart/2005/8/layout/default"/>
    <dgm:cxn modelId="{648B752C-D09F-4A70-84DB-06D354C77252}" srcId="{5D6F2811-8960-404D-85A7-B3694F767DCC}" destId="{FEFAEDD8-77D9-4F81-BC1F-3F754C57EB88}" srcOrd="3" destOrd="0" parTransId="{376D75FA-339B-4C2C-B4B4-B30B81958498}" sibTransId="{5C35EE39-7751-4255-B6CE-9CE94E213181}"/>
    <dgm:cxn modelId="{25FCF866-95D1-4F5F-BFF6-49ABD5964A8A}" type="presOf" srcId="{75D76BAA-26C3-4097-93AD-E9CEE3433DE1}" destId="{7BCE6B2F-6A76-4FF4-8158-5B5F3899518C}" srcOrd="0" destOrd="0" presId="urn:microsoft.com/office/officeart/2005/8/layout/default"/>
    <dgm:cxn modelId="{7BDEC670-8A19-48F2-BC05-2813E839D2AF}" srcId="{5D6F2811-8960-404D-85A7-B3694F767DCC}" destId="{75D76BAA-26C3-4097-93AD-E9CEE3433DE1}" srcOrd="2" destOrd="0" parTransId="{E76084B6-D52F-484F-9C2C-012D0AE50B30}" sibTransId="{3ACCE1E6-F0B2-4685-B325-383A39C3DECB}"/>
    <dgm:cxn modelId="{0387DA83-BE4D-4CCF-A3FD-89AF316A8E26}" type="presOf" srcId="{8B881955-2C48-4340-8B5F-5C3F28002328}" destId="{0FE03ACF-CCE8-4B81-A5AE-953A522F3187}" srcOrd="0" destOrd="0" presId="urn:microsoft.com/office/officeart/2005/8/layout/default"/>
    <dgm:cxn modelId="{DF25EA93-CE1F-47C2-97C0-EC0741DA823D}" type="presOf" srcId="{E60CFA26-0F29-4E0D-BE71-FF7C930DAF64}" destId="{0AD55331-FC26-456D-872E-822B1B5B5D5A}" srcOrd="0" destOrd="0" presId="urn:microsoft.com/office/officeart/2005/8/layout/default"/>
    <dgm:cxn modelId="{15A4999C-905E-450F-9BFE-375342CD8B27}" type="presOf" srcId="{5D6F2811-8960-404D-85A7-B3694F767DCC}" destId="{3DCFC975-2C22-42F2-85D7-FD6A319E8B5C}" srcOrd="0" destOrd="0" presId="urn:microsoft.com/office/officeart/2005/8/layout/default"/>
    <dgm:cxn modelId="{BDCD50A8-FF13-4DF1-8DA0-F02324BC8D89}" srcId="{5D6F2811-8960-404D-85A7-B3694F767DCC}" destId="{8B881955-2C48-4340-8B5F-5C3F28002328}" srcOrd="0" destOrd="0" parTransId="{9784EA39-BA43-4AF5-BDF1-3DD8DBD56385}" sibTransId="{E5F61065-7391-4363-B3F6-DBEE97C9C040}"/>
    <dgm:cxn modelId="{1D049EAD-CF4A-41B0-B1B8-D73FD53FA3FA}" srcId="{5D6F2811-8960-404D-85A7-B3694F767DCC}" destId="{E60CFA26-0F29-4E0D-BE71-FF7C930DAF64}" srcOrd="1" destOrd="0" parTransId="{892DB61F-6233-4B1D-9EE3-B36EF6C28D83}" sibTransId="{859FB884-25C3-4984-AD54-3766193277A3}"/>
    <dgm:cxn modelId="{F9FD67DA-1E60-4884-A27B-60DB2FA6734E}" type="presParOf" srcId="{3DCFC975-2C22-42F2-85D7-FD6A319E8B5C}" destId="{0FE03ACF-CCE8-4B81-A5AE-953A522F3187}" srcOrd="0" destOrd="0" presId="urn:microsoft.com/office/officeart/2005/8/layout/default"/>
    <dgm:cxn modelId="{FD1AAD32-7566-4CB3-9A8E-42579C826043}" type="presParOf" srcId="{3DCFC975-2C22-42F2-85D7-FD6A319E8B5C}" destId="{8678B610-6E01-4B1F-A59D-B58B2B453BB1}" srcOrd="1" destOrd="0" presId="urn:microsoft.com/office/officeart/2005/8/layout/default"/>
    <dgm:cxn modelId="{C2EE8FA6-7130-456F-B525-E9F73DB9C03F}" type="presParOf" srcId="{3DCFC975-2C22-42F2-85D7-FD6A319E8B5C}" destId="{0AD55331-FC26-456D-872E-822B1B5B5D5A}" srcOrd="2" destOrd="0" presId="urn:microsoft.com/office/officeart/2005/8/layout/default"/>
    <dgm:cxn modelId="{2FF94700-CCC7-4B80-A5F2-5EB8D481805B}" type="presParOf" srcId="{3DCFC975-2C22-42F2-85D7-FD6A319E8B5C}" destId="{73910E62-4E9F-4DC5-9825-55CA17C909B2}" srcOrd="3" destOrd="0" presId="urn:microsoft.com/office/officeart/2005/8/layout/default"/>
    <dgm:cxn modelId="{999099F3-BDA9-495E-A77C-49AD3819D107}" type="presParOf" srcId="{3DCFC975-2C22-42F2-85D7-FD6A319E8B5C}" destId="{7BCE6B2F-6A76-4FF4-8158-5B5F3899518C}" srcOrd="4" destOrd="0" presId="urn:microsoft.com/office/officeart/2005/8/layout/default"/>
    <dgm:cxn modelId="{BC3C78B5-401C-4018-900E-D253ACBD0594}" type="presParOf" srcId="{3DCFC975-2C22-42F2-85D7-FD6A319E8B5C}" destId="{427E934F-B745-441E-838C-892378C0E405}" srcOrd="5" destOrd="0" presId="urn:microsoft.com/office/officeart/2005/8/layout/default"/>
    <dgm:cxn modelId="{E2C3EE38-D87E-4ACF-ADE7-49A524EDF61B}" type="presParOf" srcId="{3DCFC975-2C22-42F2-85D7-FD6A319E8B5C}" destId="{CF508539-DEF5-4523-AD2D-4CECF87B64BA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1BE0E78-23A4-4D2F-913F-702B78CF2F75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B3821514-BC01-4749-B0B9-CC5D14BDB01C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Amasis MT Pro Medium" panose="02040604050005020304" pitchFamily="18" charset="0"/>
            </a:rPr>
            <a:t>🚀Real Time and Real Results</a:t>
          </a:r>
          <a:endParaRPr lang="en-US" dirty="0"/>
        </a:p>
      </dgm:t>
    </dgm:pt>
    <dgm:pt modelId="{F61894BB-CDF6-4616-9529-C2BF92F69BFA}" type="parTrans" cxnId="{749E91F1-8E25-4197-A119-8BB765F9C574}">
      <dgm:prSet/>
      <dgm:spPr/>
      <dgm:t>
        <a:bodyPr/>
        <a:lstStyle/>
        <a:p>
          <a:endParaRPr lang="en-US"/>
        </a:p>
      </dgm:t>
    </dgm:pt>
    <dgm:pt modelId="{0396E85A-86AD-455C-8EAE-900746B4E535}" type="sibTrans" cxnId="{749E91F1-8E25-4197-A119-8BB765F9C574}">
      <dgm:prSet/>
      <dgm:spPr/>
      <dgm:t>
        <a:bodyPr/>
        <a:lstStyle/>
        <a:p>
          <a:endParaRPr lang="en-US"/>
        </a:p>
      </dgm:t>
    </dgm:pt>
    <dgm:pt modelId="{7BFCF64A-2C60-450F-812E-C2D7E4DA9063}">
      <dgm:prSet/>
      <dgm:spPr/>
      <dgm:t>
        <a:bodyPr/>
        <a:lstStyle/>
        <a:p>
          <a:r>
            <a:rPr lang="en-US" dirty="0">
              <a:latin typeface="Amasis MT Pro Medium" panose="02040604050005020304" pitchFamily="18" charset="0"/>
            </a:rPr>
            <a:t>🔍 Google Web Search API</a:t>
          </a:r>
          <a:endParaRPr lang="en-US" dirty="0"/>
        </a:p>
      </dgm:t>
    </dgm:pt>
    <dgm:pt modelId="{058964FE-8BD8-4828-90E6-A89E0CE2D9F4}" type="parTrans" cxnId="{B5CE480E-EC0A-4BF1-AE2C-490AFB4FC81E}">
      <dgm:prSet/>
      <dgm:spPr/>
      <dgm:t>
        <a:bodyPr/>
        <a:lstStyle/>
        <a:p>
          <a:endParaRPr lang="en-US"/>
        </a:p>
      </dgm:t>
    </dgm:pt>
    <dgm:pt modelId="{4E3031A8-6834-4EC6-B1C9-BD6ADBFFD499}" type="sibTrans" cxnId="{B5CE480E-EC0A-4BF1-AE2C-490AFB4FC81E}">
      <dgm:prSet/>
      <dgm:spPr/>
      <dgm:t>
        <a:bodyPr/>
        <a:lstStyle/>
        <a:p>
          <a:endParaRPr lang="en-US"/>
        </a:p>
      </dgm:t>
    </dgm:pt>
    <dgm:pt modelId="{F38B09CF-A95F-4DC0-829C-4FDEBA22EA5C}">
      <dgm:prSet/>
      <dgm:spPr/>
      <dgm:t>
        <a:bodyPr/>
        <a:lstStyle/>
        <a:p>
          <a:r>
            <a:rPr lang="en-US" dirty="0">
              <a:latin typeface="Amasis MT Pro Medium" panose="02040604050005020304" pitchFamily="18" charset="0"/>
            </a:rPr>
            <a:t>🗺️Accurate Locations</a:t>
          </a:r>
        </a:p>
      </dgm:t>
    </dgm:pt>
    <dgm:pt modelId="{DA102780-52EC-4507-ABD2-F37C5BDEF60C}" type="parTrans" cxnId="{10DD59E7-70D6-41C0-B9F9-109218D67133}">
      <dgm:prSet/>
      <dgm:spPr/>
      <dgm:t>
        <a:bodyPr/>
        <a:lstStyle/>
        <a:p>
          <a:endParaRPr lang="en-US"/>
        </a:p>
      </dgm:t>
    </dgm:pt>
    <dgm:pt modelId="{655D824D-2604-494B-B5F7-03461A009879}" type="sibTrans" cxnId="{10DD59E7-70D6-41C0-B9F9-109218D67133}">
      <dgm:prSet/>
      <dgm:spPr/>
      <dgm:t>
        <a:bodyPr/>
        <a:lstStyle/>
        <a:p>
          <a:endParaRPr lang="en-US"/>
        </a:p>
      </dgm:t>
    </dgm:pt>
    <dgm:pt modelId="{5ABF9F45-EFA0-4CCC-A2CF-45978609EDDF}">
      <dgm:prSet/>
      <dgm:spPr/>
      <dgm:t>
        <a:bodyPr/>
        <a:lstStyle/>
        <a:p>
          <a:r>
            <a:rPr lang="en-US" dirty="0">
              <a:latin typeface="Amasis MT Pro Medium" panose="02040604050005020304" pitchFamily="18" charset="0"/>
            </a:rPr>
            <a:t>📍 Google Maps &amp; Local Search API</a:t>
          </a:r>
          <a:endParaRPr lang="en-US" dirty="0"/>
        </a:p>
      </dgm:t>
    </dgm:pt>
    <dgm:pt modelId="{E3D32246-F4CB-4177-887B-9DAFE839279A}" type="parTrans" cxnId="{BEFFA68C-2BBD-4F84-9F0C-CEB30DC34032}">
      <dgm:prSet/>
      <dgm:spPr/>
      <dgm:t>
        <a:bodyPr/>
        <a:lstStyle/>
        <a:p>
          <a:endParaRPr lang="en-US"/>
        </a:p>
      </dgm:t>
    </dgm:pt>
    <dgm:pt modelId="{DFCF868E-2510-42B3-9BB9-873CE1D79F37}" type="sibTrans" cxnId="{BEFFA68C-2BBD-4F84-9F0C-CEB30DC34032}">
      <dgm:prSet/>
      <dgm:spPr/>
      <dgm:t>
        <a:bodyPr/>
        <a:lstStyle/>
        <a:p>
          <a:endParaRPr lang="en-US"/>
        </a:p>
      </dgm:t>
    </dgm:pt>
    <dgm:pt modelId="{41D8B146-279C-4BF8-82C6-CB35A42F3031}">
      <dgm:prSet/>
      <dgm:spPr/>
      <dgm:t>
        <a:bodyPr/>
        <a:lstStyle/>
        <a:p>
          <a:r>
            <a:rPr lang="en-US" dirty="0">
              <a:latin typeface="Amasis MT Pro Medium" panose="02040604050005020304" pitchFamily="18" charset="0"/>
            </a:rPr>
            <a:t>🍽 Restaurant Recommendation System</a:t>
          </a:r>
          <a:endParaRPr lang="en-US" dirty="0"/>
        </a:p>
      </dgm:t>
    </dgm:pt>
    <dgm:pt modelId="{8398D34B-8B1C-4BF9-9ADD-E11ECD04252F}" type="parTrans" cxnId="{292C4DB2-DFF6-497F-BDEB-E069FF0EDDC1}">
      <dgm:prSet/>
      <dgm:spPr/>
      <dgm:t>
        <a:bodyPr/>
        <a:lstStyle/>
        <a:p>
          <a:endParaRPr lang="en-US"/>
        </a:p>
      </dgm:t>
    </dgm:pt>
    <dgm:pt modelId="{1245360C-BC53-418C-9639-699A4B9A2D85}" type="sibTrans" cxnId="{292C4DB2-DFF6-497F-BDEB-E069FF0EDDC1}">
      <dgm:prSet/>
      <dgm:spPr/>
      <dgm:t>
        <a:bodyPr/>
        <a:lstStyle/>
        <a:p>
          <a:endParaRPr lang="en-US"/>
        </a:p>
      </dgm:t>
    </dgm:pt>
    <dgm:pt modelId="{B75703B3-4594-4C7C-9178-EB9547AD4C88}">
      <dgm:prSet/>
      <dgm:spPr/>
      <dgm:t>
        <a:bodyPr/>
        <a:lstStyle/>
        <a:p>
          <a:r>
            <a:rPr lang="en-US" dirty="0">
              <a:latin typeface="Amasis MT Pro Medium" panose="02040604050005020304" pitchFamily="18" charset="0"/>
            </a:rPr>
            <a:t>✈ Google Hotels &amp; Travel Information</a:t>
          </a:r>
          <a:endParaRPr lang="en-US" dirty="0"/>
        </a:p>
      </dgm:t>
    </dgm:pt>
    <dgm:pt modelId="{FDB05630-439E-4B55-A44E-66462EDA575E}" type="parTrans" cxnId="{F5FE1586-F23A-4571-9664-B5E5858F5384}">
      <dgm:prSet/>
      <dgm:spPr/>
      <dgm:t>
        <a:bodyPr/>
        <a:lstStyle/>
        <a:p>
          <a:endParaRPr lang="en-US"/>
        </a:p>
      </dgm:t>
    </dgm:pt>
    <dgm:pt modelId="{1B2D4FF7-CBD0-47C0-97BB-33894E68412C}" type="sibTrans" cxnId="{F5FE1586-F23A-4571-9664-B5E5858F5384}">
      <dgm:prSet/>
      <dgm:spPr/>
      <dgm:t>
        <a:bodyPr/>
        <a:lstStyle/>
        <a:p>
          <a:endParaRPr lang="en-US"/>
        </a:p>
      </dgm:t>
    </dgm:pt>
    <dgm:pt modelId="{CF208942-E8E6-4994-9D16-612462D085D1}">
      <dgm:prSet/>
      <dgm:spPr/>
      <dgm:t>
        <a:bodyPr/>
        <a:lstStyle/>
        <a:p>
          <a:r>
            <a:rPr lang="en-US" dirty="0">
              <a:latin typeface="Amasis MT Pro Medium" panose="02040604050005020304" pitchFamily="18" charset="0"/>
            </a:rPr>
            <a:t>📰 News &amp; Research Retrieval</a:t>
          </a:r>
          <a:endParaRPr lang="en-US" dirty="0"/>
        </a:p>
      </dgm:t>
    </dgm:pt>
    <dgm:pt modelId="{A200B09A-4243-4CD4-A753-5EE4C041DEAD}" type="parTrans" cxnId="{2BA20D81-39B6-45D3-B77B-802A594F2ED5}">
      <dgm:prSet/>
      <dgm:spPr/>
      <dgm:t>
        <a:bodyPr/>
        <a:lstStyle/>
        <a:p>
          <a:endParaRPr lang="en-US"/>
        </a:p>
      </dgm:t>
    </dgm:pt>
    <dgm:pt modelId="{6901E4D8-E67A-45A1-90C6-B889856AD6C4}" type="sibTrans" cxnId="{2BA20D81-39B6-45D3-B77B-802A594F2ED5}">
      <dgm:prSet/>
      <dgm:spPr/>
      <dgm:t>
        <a:bodyPr/>
        <a:lstStyle/>
        <a:p>
          <a:endParaRPr lang="en-US"/>
        </a:p>
      </dgm:t>
    </dgm:pt>
    <dgm:pt modelId="{911BB689-A2D6-4868-A9E8-CC849588103F}">
      <dgm:prSet/>
      <dgm:spPr/>
      <dgm:t>
        <a:bodyPr/>
        <a:lstStyle/>
        <a:p>
          <a:r>
            <a:rPr lang="en-US" dirty="0">
              <a:latin typeface="Amasis MT Pro Medium" panose="02040604050005020304" pitchFamily="18" charset="0"/>
            </a:rPr>
            <a:t>🎥 YouTube Transcript Access API</a:t>
          </a:r>
          <a:endParaRPr lang="en-US" dirty="0"/>
        </a:p>
      </dgm:t>
    </dgm:pt>
    <dgm:pt modelId="{C402CF56-B17B-4FE9-B47E-AC826C7B6EAF}" type="parTrans" cxnId="{6ED90D34-3259-43ED-9A9D-B515AB18BBC6}">
      <dgm:prSet/>
      <dgm:spPr/>
      <dgm:t>
        <a:bodyPr/>
        <a:lstStyle/>
        <a:p>
          <a:endParaRPr lang="en-US"/>
        </a:p>
      </dgm:t>
    </dgm:pt>
    <dgm:pt modelId="{2D6F75CC-4411-422A-A399-7DAE038291A7}" type="sibTrans" cxnId="{6ED90D34-3259-43ED-9A9D-B515AB18BBC6}">
      <dgm:prSet/>
      <dgm:spPr/>
      <dgm:t>
        <a:bodyPr/>
        <a:lstStyle/>
        <a:p>
          <a:endParaRPr lang="en-US"/>
        </a:p>
      </dgm:t>
    </dgm:pt>
    <dgm:pt modelId="{DE84DD50-6EA8-48D5-8CC7-132D5BE284CE}">
      <dgm:prSet/>
      <dgm:spPr/>
      <dgm:t>
        <a:bodyPr/>
        <a:lstStyle/>
        <a:p>
          <a:r>
            <a:rPr lang="en-US" dirty="0">
              <a:latin typeface="Amasis MT Pro Medium" panose="02040604050005020304" pitchFamily="18" charset="0"/>
            </a:rPr>
            <a:t>🛒 Product &amp; Shopping Search APIs</a:t>
          </a:r>
          <a:endParaRPr lang="en-US" dirty="0"/>
        </a:p>
      </dgm:t>
    </dgm:pt>
    <dgm:pt modelId="{4DDDACEC-B905-4702-AB0A-7297BFD4C43C}" type="parTrans" cxnId="{817ECB77-749F-42C5-A6B5-2423EF515AC3}">
      <dgm:prSet/>
      <dgm:spPr/>
      <dgm:t>
        <a:bodyPr/>
        <a:lstStyle/>
        <a:p>
          <a:endParaRPr lang="en-US"/>
        </a:p>
      </dgm:t>
    </dgm:pt>
    <dgm:pt modelId="{762504A9-164F-40D2-ADD5-04AD9E3A5550}" type="sibTrans" cxnId="{817ECB77-749F-42C5-A6B5-2423EF515AC3}">
      <dgm:prSet/>
      <dgm:spPr/>
      <dgm:t>
        <a:bodyPr/>
        <a:lstStyle/>
        <a:p>
          <a:endParaRPr lang="en-US"/>
        </a:p>
      </dgm:t>
    </dgm:pt>
    <dgm:pt modelId="{6CE6A677-205B-48F1-BBF2-16AFA8683FE1}" type="pres">
      <dgm:prSet presAssocID="{71BE0E78-23A4-4D2F-913F-702B78CF2F75}" presName="diagram" presStyleCnt="0">
        <dgm:presLayoutVars>
          <dgm:dir/>
          <dgm:resizeHandles val="exact"/>
        </dgm:presLayoutVars>
      </dgm:prSet>
      <dgm:spPr/>
    </dgm:pt>
    <dgm:pt modelId="{2B6EE676-C0F3-4F9E-B662-8A13D3FD76B4}" type="pres">
      <dgm:prSet presAssocID="{B3821514-BC01-4749-B0B9-CC5D14BDB01C}" presName="node" presStyleLbl="node1" presStyleIdx="0" presStyleCnt="9">
        <dgm:presLayoutVars>
          <dgm:bulletEnabled val="1"/>
        </dgm:presLayoutVars>
      </dgm:prSet>
      <dgm:spPr>
        <a:prstGeom prst="roundRect">
          <a:avLst/>
        </a:prstGeom>
      </dgm:spPr>
    </dgm:pt>
    <dgm:pt modelId="{18D0855D-BFE8-427D-9AA4-EA0837E20859}" type="pres">
      <dgm:prSet presAssocID="{0396E85A-86AD-455C-8EAE-900746B4E535}" presName="sibTrans" presStyleCnt="0"/>
      <dgm:spPr/>
    </dgm:pt>
    <dgm:pt modelId="{F74969DB-49E3-4CAF-8807-476D14C3C2CC}" type="pres">
      <dgm:prSet presAssocID="{F38B09CF-A95F-4DC0-829C-4FDEBA22EA5C}" presName="node" presStyleLbl="node1" presStyleIdx="1" presStyleCnt="9">
        <dgm:presLayoutVars>
          <dgm:bulletEnabled val="1"/>
        </dgm:presLayoutVars>
      </dgm:prSet>
      <dgm:spPr>
        <a:prstGeom prst="roundRect">
          <a:avLst/>
        </a:prstGeom>
      </dgm:spPr>
    </dgm:pt>
    <dgm:pt modelId="{7BE00435-F679-4AC4-9A46-371BEF5C8B09}" type="pres">
      <dgm:prSet presAssocID="{655D824D-2604-494B-B5F7-03461A009879}" presName="sibTrans" presStyleCnt="0"/>
      <dgm:spPr/>
    </dgm:pt>
    <dgm:pt modelId="{6C60B69F-241B-4F22-B95D-D252B380C3EF}" type="pres">
      <dgm:prSet presAssocID="{7BFCF64A-2C60-450F-812E-C2D7E4DA9063}" presName="node" presStyleLbl="node1" presStyleIdx="2" presStyleCnt="9">
        <dgm:presLayoutVars>
          <dgm:bulletEnabled val="1"/>
        </dgm:presLayoutVars>
      </dgm:prSet>
      <dgm:spPr>
        <a:prstGeom prst="roundRect">
          <a:avLst/>
        </a:prstGeom>
      </dgm:spPr>
    </dgm:pt>
    <dgm:pt modelId="{FF1A1175-33FA-42EE-B2B2-F2E10471358F}" type="pres">
      <dgm:prSet presAssocID="{4E3031A8-6834-4EC6-B1C9-BD6ADBFFD499}" presName="sibTrans" presStyleCnt="0"/>
      <dgm:spPr/>
    </dgm:pt>
    <dgm:pt modelId="{707C35B9-F378-47CD-B325-4D5B380A6B6B}" type="pres">
      <dgm:prSet presAssocID="{5ABF9F45-EFA0-4CCC-A2CF-45978609EDDF}" presName="node" presStyleLbl="node1" presStyleIdx="3" presStyleCnt="9">
        <dgm:presLayoutVars>
          <dgm:bulletEnabled val="1"/>
        </dgm:presLayoutVars>
      </dgm:prSet>
      <dgm:spPr>
        <a:prstGeom prst="roundRect">
          <a:avLst/>
        </a:prstGeom>
      </dgm:spPr>
    </dgm:pt>
    <dgm:pt modelId="{C4E49914-8F3F-4E76-A12E-36DE80AED0C0}" type="pres">
      <dgm:prSet presAssocID="{DFCF868E-2510-42B3-9BB9-873CE1D79F37}" presName="sibTrans" presStyleCnt="0"/>
      <dgm:spPr/>
    </dgm:pt>
    <dgm:pt modelId="{67D3D295-9F6F-41C5-86EA-5E7D6A8821A8}" type="pres">
      <dgm:prSet presAssocID="{41D8B146-279C-4BF8-82C6-CB35A42F3031}" presName="node" presStyleLbl="node1" presStyleIdx="4" presStyleCnt="9">
        <dgm:presLayoutVars>
          <dgm:bulletEnabled val="1"/>
        </dgm:presLayoutVars>
      </dgm:prSet>
      <dgm:spPr>
        <a:prstGeom prst="roundRect">
          <a:avLst/>
        </a:prstGeom>
      </dgm:spPr>
    </dgm:pt>
    <dgm:pt modelId="{F51067AB-7001-425C-99DA-66B6D43A2224}" type="pres">
      <dgm:prSet presAssocID="{1245360C-BC53-418C-9639-699A4B9A2D85}" presName="sibTrans" presStyleCnt="0"/>
      <dgm:spPr/>
    </dgm:pt>
    <dgm:pt modelId="{03CD1DB4-94AF-4B3C-B3F0-93D994963655}" type="pres">
      <dgm:prSet presAssocID="{B75703B3-4594-4C7C-9178-EB9547AD4C88}" presName="node" presStyleLbl="node1" presStyleIdx="5" presStyleCnt="9">
        <dgm:presLayoutVars>
          <dgm:bulletEnabled val="1"/>
        </dgm:presLayoutVars>
      </dgm:prSet>
      <dgm:spPr>
        <a:prstGeom prst="roundRect">
          <a:avLst/>
        </a:prstGeom>
      </dgm:spPr>
    </dgm:pt>
    <dgm:pt modelId="{104525BD-1D8B-4C4A-9692-80A6A6604B4F}" type="pres">
      <dgm:prSet presAssocID="{1B2D4FF7-CBD0-47C0-97BB-33894E68412C}" presName="sibTrans" presStyleCnt="0"/>
      <dgm:spPr/>
    </dgm:pt>
    <dgm:pt modelId="{E5B7FD58-F3C0-4C23-90F1-69F3EF49E161}" type="pres">
      <dgm:prSet presAssocID="{CF208942-E8E6-4994-9D16-612462D085D1}" presName="node" presStyleLbl="node1" presStyleIdx="6" presStyleCnt="9">
        <dgm:presLayoutVars>
          <dgm:bulletEnabled val="1"/>
        </dgm:presLayoutVars>
      </dgm:prSet>
      <dgm:spPr>
        <a:prstGeom prst="roundRect">
          <a:avLst/>
        </a:prstGeom>
      </dgm:spPr>
    </dgm:pt>
    <dgm:pt modelId="{5F24D943-F8BC-454E-90EB-E5BDD556F37F}" type="pres">
      <dgm:prSet presAssocID="{6901E4D8-E67A-45A1-90C6-B889856AD6C4}" presName="sibTrans" presStyleCnt="0"/>
      <dgm:spPr/>
    </dgm:pt>
    <dgm:pt modelId="{C7B8E451-A311-4796-AD89-2D14E52B28F0}" type="pres">
      <dgm:prSet presAssocID="{911BB689-A2D6-4868-A9E8-CC849588103F}" presName="node" presStyleLbl="node1" presStyleIdx="7" presStyleCnt="9">
        <dgm:presLayoutVars>
          <dgm:bulletEnabled val="1"/>
        </dgm:presLayoutVars>
      </dgm:prSet>
      <dgm:spPr>
        <a:prstGeom prst="roundRect">
          <a:avLst/>
        </a:prstGeom>
      </dgm:spPr>
    </dgm:pt>
    <dgm:pt modelId="{BDD42F5E-DDE7-41DF-9AE0-0E8571D4BFAB}" type="pres">
      <dgm:prSet presAssocID="{2D6F75CC-4411-422A-A399-7DAE038291A7}" presName="sibTrans" presStyleCnt="0"/>
      <dgm:spPr/>
    </dgm:pt>
    <dgm:pt modelId="{9704C914-DA28-4D81-AB82-DFD868AA3C6C}" type="pres">
      <dgm:prSet presAssocID="{DE84DD50-6EA8-48D5-8CC7-132D5BE284CE}" presName="node" presStyleLbl="node1" presStyleIdx="8" presStyleCnt="9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B5CE480E-EC0A-4BF1-AE2C-490AFB4FC81E}" srcId="{71BE0E78-23A4-4D2F-913F-702B78CF2F75}" destId="{7BFCF64A-2C60-450F-812E-C2D7E4DA9063}" srcOrd="2" destOrd="0" parTransId="{058964FE-8BD8-4828-90E6-A89E0CE2D9F4}" sibTransId="{4E3031A8-6834-4EC6-B1C9-BD6ADBFFD499}"/>
    <dgm:cxn modelId="{F8B09012-034A-4F43-BBDE-898F10E25075}" type="presOf" srcId="{911BB689-A2D6-4868-A9E8-CC849588103F}" destId="{C7B8E451-A311-4796-AD89-2D14E52B28F0}" srcOrd="0" destOrd="0" presId="urn:microsoft.com/office/officeart/2005/8/layout/default"/>
    <dgm:cxn modelId="{7772DF14-0098-4710-8BC6-D4B2CDFDAFF1}" type="presOf" srcId="{B3821514-BC01-4749-B0B9-CC5D14BDB01C}" destId="{2B6EE676-C0F3-4F9E-B662-8A13D3FD76B4}" srcOrd="0" destOrd="0" presId="urn:microsoft.com/office/officeart/2005/8/layout/default"/>
    <dgm:cxn modelId="{5D4CB023-DF70-4A76-81AF-D895E9669E2A}" type="presOf" srcId="{41D8B146-279C-4BF8-82C6-CB35A42F3031}" destId="{67D3D295-9F6F-41C5-86EA-5E7D6A8821A8}" srcOrd="0" destOrd="0" presId="urn:microsoft.com/office/officeart/2005/8/layout/default"/>
    <dgm:cxn modelId="{6ED90D34-3259-43ED-9A9D-B515AB18BBC6}" srcId="{71BE0E78-23A4-4D2F-913F-702B78CF2F75}" destId="{911BB689-A2D6-4868-A9E8-CC849588103F}" srcOrd="7" destOrd="0" parTransId="{C402CF56-B17B-4FE9-B47E-AC826C7B6EAF}" sibTransId="{2D6F75CC-4411-422A-A399-7DAE038291A7}"/>
    <dgm:cxn modelId="{5EA0ED5D-AD58-4F07-9969-4BA44201B8D3}" type="presOf" srcId="{71BE0E78-23A4-4D2F-913F-702B78CF2F75}" destId="{6CE6A677-205B-48F1-BBF2-16AFA8683FE1}" srcOrd="0" destOrd="0" presId="urn:microsoft.com/office/officeart/2005/8/layout/default"/>
    <dgm:cxn modelId="{655BAC41-629F-410E-958C-922C6F159C8E}" type="presOf" srcId="{F38B09CF-A95F-4DC0-829C-4FDEBA22EA5C}" destId="{F74969DB-49E3-4CAF-8807-476D14C3C2CC}" srcOrd="0" destOrd="0" presId="urn:microsoft.com/office/officeart/2005/8/layout/default"/>
    <dgm:cxn modelId="{817ECB77-749F-42C5-A6B5-2423EF515AC3}" srcId="{71BE0E78-23A4-4D2F-913F-702B78CF2F75}" destId="{DE84DD50-6EA8-48D5-8CC7-132D5BE284CE}" srcOrd="8" destOrd="0" parTransId="{4DDDACEC-B905-4702-AB0A-7297BFD4C43C}" sibTransId="{762504A9-164F-40D2-ADD5-04AD9E3A5550}"/>
    <dgm:cxn modelId="{2BA20D81-39B6-45D3-B77B-802A594F2ED5}" srcId="{71BE0E78-23A4-4D2F-913F-702B78CF2F75}" destId="{CF208942-E8E6-4994-9D16-612462D085D1}" srcOrd="6" destOrd="0" parTransId="{A200B09A-4243-4CD4-A753-5EE4C041DEAD}" sibTransId="{6901E4D8-E67A-45A1-90C6-B889856AD6C4}"/>
    <dgm:cxn modelId="{F5FE1586-F23A-4571-9664-B5E5858F5384}" srcId="{71BE0E78-23A4-4D2F-913F-702B78CF2F75}" destId="{B75703B3-4594-4C7C-9178-EB9547AD4C88}" srcOrd="5" destOrd="0" parTransId="{FDB05630-439E-4B55-A44E-66462EDA575E}" sibTransId="{1B2D4FF7-CBD0-47C0-97BB-33894E68412C}"/>
    <dgm:cxn modelId="{A972A287-F988-4C5E-9CE4-F40759B4B04B}" type="presOf" srcId="{7BFCF64A-2C60-450F-812E-C2D7E4DA9063}" destId="{6C60B69F-241B-4F22-B95D-D252B380C3EF}" srcOrd="0" destOrd="0" presId="urn:microsoft.com/office/officeart/2005/8/layout/default"/>
    <dgm:cxn modelId="{BEFFA68C-2BBD-4F84-9F0C-CEB30DC34032}" srcId="{71BE0E78-23A4-4D2F-913F-702B78CF2F75}" destId="{5ABF9F45-EFA0-4CCC-A2CF-45978609EDDF}" srcOrd="3" destOrd="0" parTransId="{E3D32246-F4CB-4177-887B-9DAFE839279A}" sibTransId="{DFCF868E-2510-42B3-9BB9-873CE1D79F37}"/>
    <dgm:cxn modelId="{0A5050A7-0CB6-4BC3-9888-364B012C1470}" type="presOf" srcId="{5ABF9F45-EFA0-4CCC-A2CF-45978609EDDF}" destId="{707C35B9-F378-47CD-B325-4D5B380A6B6B}" srcOrd="0" destOrd="0" presId="urn:microsoft.com/office/officeart/2005/8/layout/default"/>
    <dgm:cxn modelId="{292C4DB2-DFF6-497F-BDEB-E069FF0EDDC1}" srcId="{71BE0E78-23A4-4D2F-913F-702B78CF2F75}" destId="{41D8B146-279C-4BF8-82C6-CB35A42F3031}" srcOrd="4" destOrd="0" parTransId="{8398D34B-8B1C-4BF9-9ADD-E11ECD04252F}" sibTransId="{1245360C-BC53-418C-9639-699A4B9A2D85}"/>
    <dgm:cxn modelId="{3A5B8ACC-FC21-4C2D-BE2A-F428A244092B}" type="presOf" srcId="{DE84DD50-6EA8-48D5-8CC7-132D5BE284CE}" destId="{9704C914-DA28-4D81-AB82-DFD868AA3C6C}" srcOrd="0" destOrd="0" presId="urn:microsoft.com/office/officeart/2005/8/layout/default"/>
    <dgm:cxn modelId="{10DD59E7-70D6-41C0-B9F9-109218D67133}" srcId="{71BE0E78-23A4-4D2F-913F-702B78CF2F75}" destId="{F38B09CF-A95F-4DC0-829C-4FDEBA22EA5C}" srcOrd="1" destOrd="0" parTransId="{DA102780-52EC-4507-ABD2-F37C5BDEF60C}" sibTransId="{655D824D-2604-494B-B5F7-03461A009879}"/>
    <dgm:cxn modelId="{749E91F1-8E25-4197-A119-8BB765F9C574}" srcId="{71BE0E78-23A4-4D2F-913F-702B78CF2F75}" destId="{B3821514-BC01-4749-B0B9-CC5D14BDB01C}" srcOrd="0" destOrd="0" parTransId="{F61894BB-CDF6-4616-9529-C2BF92F69BFA}" sibTransId="{0396E85A-86AD-455C-8EAE-900746B4E535}"/>
    <dgm:cxn modelId="{72A979F2-9788-4797-A0DB-4D2D7969BF43}" type="presOf" srcId="{CF208942-E8E6-4994-9D16-612462D085D1}" destId="{E5B7FD58-F3C0-4C23-90F1-69F3EF49E161}" srcOrd="0" destOrd="0" presId="urn:microsoft.com/office/officeart/2005/8/layout/default"/>
    <dgm:cxn modelId="{BC7E23FB-BA8B-4D7B-8950-763BE9D98547}" type="presOf" srcId="{B75703B3-4594-4C7C-9178-EB9547AD4C88}" destId="{03CD1DB4-94AF-4B3C-B3F0-93D994963655}" srcOrd="0" destOrd="0" presId="urn:microsoft.com/office/officeart/2005/8/layout/default"/>
    <dgm:cxn modelId="{3C73BEFD-7C24-4666-BEA3-2E6D9BCE6B7B}" type="presParOf" srcId="{6CE6A677-205B-48F1-BBF2-16AFA8683FE1}" destId="{2B6EE676-C0F3-4F9E-B662-8A13D3FD76B4}" srcOrd="0" destOrd="0" presId="urn:microsoft.com/office/officeart/2005/8/layout/default"/>
    <dgm:cxn modelId="{A15498DE-F496-41AD-B03B-7236206F5C4D}" type="presParOf" srcId="{6CE6A677-205B-48F1-BBF2-16AFA8683FE1}" destId="{18D0855D-BFE8-427D-9AA4-EA0837E20859}" srcOrd="1" destOrd="0" presId="urn:microsoft.com/office/officeart/2005/8/layout/default"/>
    <dgm:cxn modelId="{1F5CF266-AECC-47C6-9FA4-36C3DA31DA67}" type="presParOf" srcId="{6CE6A677-205B-48F1-BBF2-16AFA8683FE1}" destId="{F74969DB-49E3-4CAF-8807-476D14C3C2CC}" srcOrd="2" destOrd="0" presId="urn:microsoft.com/office/officeart/2005/8/layout/default"/>
    <dgm:cxn modelId="{91ECDD73-0322-414E-840A-EF43E709A0C5}" type="presParOf" srcId="{6CE6A677-205B-48F1-BBF2-16AFA8683FE1}" destId="{7BE00435-F679-4AC4-9A46-371BEF5C8B09}" srcOrd="3" destOrd="0" presId="urn:microsoft.com/office/officeart/2005/8/layout/default"/>
    <dgm:cxn modelId="{C3E2DFD2-35E8-4FA7-BEE8-1F55DADEF9B4}" type="presParOf" srcId="{6CE6A677-205B-48F1-BBF2-16AFA8683FE1}" destId="{6C60B69F-241B-4F22-B95D-D252B380C3EF}" srcOrd="4" destOrd="0" presId="urn:microsoft.com/office/officeart/2005/8/layout/default"/>
    <dgm:cxn modelId="{A3A5F1F3-8215-49FC-81D6-C5D44A0FBD41}" type="presParOf" srcId="{6CE6A677-205B-48F1-BBF2-16AFA8683FE1}" destId="{FF1A1175-33FA-42EE-B2B2-F2E10471358F}" srcOrd="5" destOrd="0" presId="urn:microsoft.com/office/officeart/2005/8/layout/default"/>
    <dgm:cxn modelId="{5DC7D8D2-E55B-499E-B73A-C2565C7E46DF}" type="presParOf" srcId="{6CE6A677-205B-48F1-BBF2-16AFA8683FE1}" destId="{707C35B9-F378-47CD-B325-4D5B380A6B6B}" srcOrd="6" destOrd="0" presId="urn:microsoft.com/office/officeart/2005/8/layout/default"/>
    <dgm:cxn modelId="{DCE98663-FA0B-45E4-8274-B7261E44A332}" type="presParOf" srcId="{6CE6A677-205B-48F1-BBF2-16AFA8683FE1}" destId="{C4E49914-8F3F-4E76-A12E-36DE80AED0C0}" srcOrd="7" destOrd="0" presId="urn:microsoft.com/office/officeart/2005/8/layout/default"/>
    <dgm:cxn modelId="{A8338784-C367-4F18-9B33-336A5738126D}" type="presParOf" srcId="{6CE6A677-205B-48F1-BBF2-16AFA8683FE1}" destId="{67D3D295-9F6F-41C5-86EA-5E7D6A8821A8}" srcOrd="8" destOrd="0" presId="urn:microsoft.com/office/officeart/2005/8/layout/default"/>
    <dgm:cxn modelId="{99CE88AF-A491-4316-8FE1-62F4C1838D9B}" type="presParOf" srcId="{6CE6A677-205B-48F1-BBF2-16AFA8683FE1}" destId="{F51067AB-7001-425C-99DA-66B6D43A2224}" srcOrd="9" destOrd="0" presId="urn:microsoft.com/office/officeart/2005/8/layout/default"/>
    <dgm:cxn modelId="{F83EE9AA-259A-4C5A-B753-4B395AAC936D}" type="presParOf" srcId="{6CE6A677-205B-48F1-BBF2-16AFA8683FE1}" destId="{03CD1DB4-94AF-4B3C-B3F0-93D994963655}" srcOrd="10" destOrd="0" presId="urn:microsoft.com/office/officeart/2005/8/layout/default"/>
    <dgm:cxn modelId="{C752F134-CB88-4DD7-86C7-D5FF9607DB1B}" type="presParOf" srcId="{6CE6A677-205B-48F1-BBF2-16AFA8683FE1}" destId="{104525BD-1D8B-4C4A-9692-80A6A6604B4F}" srcOrd="11" destOrd="0" presId="urn:microsoft.com/office/officeart/2005/8/layout/default"/>
    <dgm:cxn modelId="{3DD43FB3-5C92-46AD-AC1D-F6E340177006}" type="presParOf" srcId="{6CE6A677-205B-48F1-BBF2-16AFA8683FE1}" destId="{E5B7FD58-F3C0-4C23-90F1-69F3EF49E161}" srcOrd="12" destOrd="0" presId="urn:microsoft.com/office/officeart/2005/8/layout/default"/>
    <dgm:cxn modelId="{EC681F8C-511A-4B11-8837-92ED87C016BA}" type="presParOf" srcId="{6CE6A677-205B-48F1-BBF2-16AFA8683FE1}" destId="{5F24D943-F8BC-454E-90EB-E5BDD556F37F}" srcOrd="13" destOrd="0" presId="urn:microsoft.com/office/officeart/2005/8/layout/default"/>
    <dgm:cxn modelId="{946BC5B8-0B45-468F-937A-BCC764C8881F}" type="presParOf" srcId="{6CE6A677-205B-48F1-BBF2-16AFA8683FE1}" destId="{C7B8E451-A311-4796-AD89-2D14E52B28F0}" srcOrd="14" destOrd="0" presId="urn:microsoft.com/office/officeart/2005/8/layout/default"/>
    <dgm:cxn modelId="{BF042EE0-4098-44C4-A729-FE23200809CA}" type="presParOf" srcId="{6CE6A677-205B-48F1-BBF2-16AFA8683FE1}" destId="{BDD42F5E-DDE7-41DF-9AE0-0E8571D4BFAB}" srcOrd="15" destOrd="0" presId="urn:microsoft.com/office/officeart/2005/8/layout/default"/>
    <dgm:cxn modelId="{871FB6CE-1F05-47C2-A9A9-4DD7694A5D69}" type="presParOf" srcId="{6CE6A677-205B-48F1-BBF2-16AFA8683FE1}" destId="{9704C914-DA28-4D81-AB82-DFD868AA3C6C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C79A18F-3FF9-4A45-971A-B78B1F971FA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3244BA8-050B-4767-AFD7-ADBD67E2BF2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>
              <a:latin typeface="Roboto" panose="02000000000000000000" pitchFamily="2" charset="0"/>
              <a:ea typeface="Roboto" panose="02000000000000000000" pitchFamily="2" charset="0"/>
            </a:rPr>
            <a:t>Workflow Automation</a:t>
          </a:r>
          <a:endParaRPr lang="en-US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58C0C5D2-3409-46B9-90F2-0B904D00E2D8}" type="parTrans" cxnId="{3DA4FD58-CD32-43AF-82A2-32D36B93E825}">
      <dgm:prSet/>
      <dgm:spPr/>
      <dgm:t>
        <a:bodyPr/>
        <a:lstStyle/>
        <a:p>
          <a:endParaRPr lang="en-US"/>
        </a:p>
      </dgm:t>
    </dgm:pt>
    <dgm:pt modelId="{CC4A635D-73FA-4FF3-9B14-1C0C90CC85FD}" type="sibTrans" cxnId="{3DA4FD58-CD32-43AF-82A2-32D36B93E825}">
      <dgm:prSet/>
      <dgm:spPr/>
      <dgm:t>
        <a:bodyPr/>
        <a:lstStyle/>
        <a:p>
          <a:endParaRPr lang="en-US"/>
        </a:p>
      </dgm:t>
    </dgm:pt>
    <dgm:pt modelId="{FA090639-5A0D-47D3-AEA9-600D511740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n8n </a:t>
          </a:r>
        </a:p>
      </dgm:t>
    </dgm:pt>
    <dgm:pt modelId="{4A517274-A949-430D-A97C-52DCF92AE75C}" type="parTrans" cxnId="{EBE6DEFD-B7F0-446C-B6FB-FE87F57408E2}">
      <dgm:prSet/>
      <dgm:spPr/>
      <dgm:t>
        <a:bodyPr/>
        <a:lstStyle/>
        <a:p>
          <a:endParaRPr lang="en-US"/>
        </a:p>
      </dgm:t>
    </dgm:pt>
    <dgm:pt modelId="{480C3489-4C02-49E8-87E6-840B1173CE58}" type="sibTrans" cxnId="{EBE6DEFD-B7F0-446C-B6FB-FE87F57408E2}">
      <dgm:prSet/>
      <dgm:spPr/>
      <dgm:t>
        <a:bodyPr/>
        <a:lstStyle/>
        <a:p>
          <a:endParaRPr lang="en-US"/>
        </a:p>
      </dgm:t>
    </dgm:pt>
    <dgm:pt modelId="{E4D58702-D0F5-4B1A-95C4-2501C0FD67D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>
              <a:latin typeface="Roboto" panose="02000000000000000000" pitchFamily="2" charset="0"/>
              <a:ea typeface="Roboto" panose="02000000000000000000" pitchFamily="2" charset="0"/>
            </a:rPr>
            <a:t>AI Processing</a:t>
          </a:r>
          <a:endParaRPr lang="en-US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ACDBBD3F-A474-4E67-BA18-C1C7F9F9BEC1}" type="parTrans" cxnId="{F09C2E64-0866-449E-9499-3329320820EE}">
      <dgm:prSet/>
      <dgm:spPr/>
      <dgm:t>
        <a:bodyPr/>
        <a:lstStyle/>
        <a:p>
          <a:endParaRPr lang="en-US"/>
        </a:p>
      </dgm:t>
    </dgm:pt>
    <dgm:pt modelId="{299F6894-DC78-4B0C-9A74-C1EA1D42849E}" type="sibTrans" cxnId="{F09C2E64-0866-449E-9499-3329320820EE}">
      <dgm:prSet/>
      <dgm:spPr/>
      <dgm:t>
        <a:bodyPr/>
        <a:lstStyle/>
        <a:p>
          <a:endParaRPr lang="en-US"/>
        </a:p>
      </dgm:t>
    </dgm:pt>
    <dgm:pt modelId="{F3905263-0EB3-4E97-A71E-981207AE97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OpenAI / Gemini AI Model </a:t>
          </a:r>
        </a:p>
      </dgm:t>
    </dgm:pt>
    <dgm:pt modelId="{6AF1452C-A2F4-4CC8-ACE1-24B7E8C19A42}" type="parTrans" cxnId="{810199EF-2D33-4393-B72C-5C27B71CB3BA}">
      <dgm:prSet/>
      <dgm:spPr/>
      <dgm:t>
        <a:bodyPr/>
        <a:lstStyle/>
        <a:p>
          <a:endParaRPr lang="en-US"/>
        </a:p>
      </dgm:t>
    </dgm:pt>
    <dgm:pt modelId="{60E18F7B-5139-4998-B4A3-A675B69FAE87}" type="sibTrans" cxnId="{810199EF-2D33-4393-B72C-5C27B71CB3BA}">
      <dgm:prSet/>
      <dgm:spPr/>
      <dgm:t>
        <a:bodyPr/>
        <a:lstStyle/>
        <a:p>
          <a:endParaRPr lang="en-US"/>
        </a:p>
      </dgm:t>
    </dgm:pt>
    <dgm:pt modelId="{EE2B3907-46A5-4322-8027-814A21573AE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>
              <a:latin typeface="Roboto" panose="02000000000000000000" pitchFamily="2" charset="0"/>
              <a:ea typeface="Roboto" panose="02000000000000000000" pitchFamily="2" charset="0"/>
            </a:rPr>
            <a:t>Communication Interface</a:t>
          </a:r>
          <a:endParaRPr lang="en-US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4877CCAE-124D-40DD-BE58-9A4736004C9A}" type="parTrans" cxnId="{6FF4B1E8-6568-46B6-B60C-522BE8F76D8E}">
      <dgm:prSet/>
      <dgm:spPr/>
      <dgm:t>
        <a:bodyPr/>
        <a:lstStyle/>
        <a:p>
          <a:endParaRPr lang="en-US"/>
        </a:p>
      </dgm:t>
    </dgm:pt>
    <dgm:pt modelId="{1CE4DD5D-7635-49F5-9A1B-9745E130042E}" type="sibTrans" cxnId="{6FF4B1E8-6568-46B6-B60C-522BE8F76D8E}">
      <dgm:prSet/>
      <dgm:spPr/>
      <dgm:t>
        <a:bodyPr/>
        <a:lstStyle/>
        <a:p>
          <a:endParaRPr lang="en-US"/>
        </a:p>
      </dgm:t>
    </dgm:pt>
    <dgm:pt modelId="{ACEBEDE7-EAF4-4150-8A81-6BD553D43E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Telegram Bot API </a:t>
          </a:r>
        </a:p>
      </dgm:t>
    </dgm:pt>
    <dgm:pt modelId="{66721F6D-2E94-447D-92C7-F30DF09B9A27}" type="parTrans" cxnId="{39739617-5008-4592-A34C-B4D695274E27}">
      <dgm:prSet/>
      <dgm:spPr/>
      <dgm:t>
        <a:bodyPr/>
        <a:lstStyle/>
        <a:p>
          <a:endParaRPr lang="en-US"/>
        </a:p>
      </dgm:t>
    </dgm:pt>
    <dgm:pt modelId="{CE4AD054-A316-45D3-8307-212B7BF06B49}" type="sibTrans" cxnId="{39739617-5008-4592-A34C-B4D695274E27}">
      <dgm:prSet/>
      <dgm:spPr/>
      <dgm:t>
        <a:bodyPr/>
        <a:lstStyle/>
        <a:p>
          <a:endParaRPr lang="en-US"/>
        </a:p>
      </dgm:t>
    </dgm:pt>
    <dgm:pt modelId="{A6881CB8-DB76-465B-AC1E-05D754ADA2A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>
              <a:latin typeface="Roboto" panose="02000000000000000000" pitchFamily="2" charset="0"/>
              <a:ea typeface="Roboto" panose="02000000000000000000" pitchFamily="2" charset="0"/>
            </a:rPr>
            <a:t>Integrated Services</a:t>
          </a:r>
          <a:endParaRPr lang="en-US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8F8574ED-94F8-4001-9AC9-C4EAA9C2C6BF}" type="parTrans" cxnId="{650E9420-778E-4811-8290-ED37CCA511DE}">
      <dgm:prSet/>
      <dgm:spPr/>
      <dgm:t>
        <a:bodyPr/>
        <a:lstStyle/>
        <a:p>
          <a:endParaRPr lang="en-US"/>
        </a:p>
      </dgm:t>
    </dgm:pt>
    <dgm:pt modelId="{10E000B4-E26C-4E27-932A-260A5941B9F4}" type="sibTrans" cxnId="{650E9420-778E-4811-8290-ED37CCA511DE}">
      <dgm:prSet/>
      <dgm:spPr/>
      <dgm:t>
        <a:bodyPr/>
        <a:lstStyle/>
        <a:p>
          <a:endParaRPr lang="en-US"/>
        </a:p>
      </dgm:t>
    </dgm:pt>
    <dgm:pt modelId="{95B1348B-45A7-4436-A347-545FD612EA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Gmail API </a:t>
          </a:r>
        </a:p>
      </dgm:t>
    </dgm:pt>
    <dgm:pt modelId="{31893B6B-1665-4CDD-83A7-20838F21D22D}" type="parTrans" cxnId="{70736622-886F-4F50-AE36-04478FB5961C}">
      <dgm:prSet/>
      <dgm:spPr/>
      <dgm:t>
        <a:bodyPr/>
        <a:lstStyle/>
        <a:p>
          <a:endParaRPr lang="en-US"/>
        </a:p>
      </dgm:t>
    </dgm:pt>
    <dgm:pt modelId="{0D3E3C5B-FE43-4BF9-82CB-2543A6C763C6}" type="sibTrans" cxnId="{70736622-886F-4F50-AE36-04478FB5961C}">
      <dgm:prSet/>
      <dgm:spPr/>
      <dgm:t>
        <a:bodyPr/>
        <a:lstStyle/>
        <a:p>
          <a:endParaRPr lang="en-US"/>
        </a:p>
      </dgm:t>
    </dgm:pt>
    <dgm:pt modelId="{61563FF2-A6EF-464F-ABC0-D350D7A62F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Google Calendar API </a:t>
          </a:r>
        </a:p>
      </dgm:t>
    </dgm:pt>
    <dgm:pt modelId="{3C55FA99-CD15-4160-B2A4-414FA4F7C10D}" type="parTrans" cxnId="{61003869-52A9-4611-A2FB-7723598EA278}">
      <dgm:prSet/>
      <dgm:spPr/>
      <dgm:t>
        <a:bodyPr/>
        <a:lstStyle/>
        <a:p>
          <a:endParaRPr lang="en-US"/>
        </a:p>
      </dgm:t>
    </dgm:pt>
    <dgm:pt modelId="{DB02BDD9-3543-4FBD-8E7F-05FFC30F529B}" type="sibTrans" cxnId="{61003869-52A9-4611-A2FB-7723598EA278}">
      <dgm:prSet/>
      <dgm:spPr/>
      <dgm:t>
        <a:bodyPr/>
        <a:lstStyle/>
        <a:p>
          <a:endParaRPr lang="en-US"/>
        </a:p>
      </dgm:t>
    </dgm:pt>
    <dgm:pt modelId="{E4B33DCD-4E2F-4972-A094-0387A8CED3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Google Drive API </a:t>
          </a:r>
        </a:p>
      </dgm:t>
    </dgm:pt>
    <dgm:pt modelId="{6CD8CAB1-0F81-4051-BD00-C76F44C14FEB}" type="parTrans" cxnId="{D9D48966-3538-48FB-BAD0-C757897A95B8}">
      <dgm:prSet/>
      <dgm:spPr/>
      <dgm:t>
        <a:bodyPr/>
        <a:lstStyle/>
        <a:p>
          <a:endParaRPr lang="en-US"/>
        </a:p>
      </dgm:t>
    </dgm:pt>
    <dgm:pt modelId="{1197E02E-0697-4381-AD71-95032B08813C}" type="sibTrans" cxnId="{D9D48966-3538-48FB-BAD0-C757897A95B8}">
      <dgm:prSet/>
      <dgm:spPr/>
      <dgm:t>
        <a:bodyPr/>
        <a:lstStyle/>
        <a:p>
          <a:endParaRPr lang="en-US"/>
        </a:p>
      </dgm:t>
    </dgm:pt>
    <dgm:pt modelId="{391817F0-5C90-4D1E-B1BD-F71E4DB740F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dirty="0">
              <a:latin typeface="Roboto" panose="02000000000000000000" pitchFamily="2" charset="0"/>
              <a:ea typeface="Roboto" panose="02000000000000000000" pitchFamily="2" charset="0"/>
            </a:rPr>
            <a:t>External Utilities</a:t>
          </a:r>
          <a:endParaRPr lang="en-US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E88F5FA9-5C7C-4EF4-89B2-AA8909CE79C0}" type="parTrans" cxnId="{31C1338C-0716-46B1-84B8-8D72C311967B}">
      <dgm:prSet/>
      <dgm:spPr/>
      <dgm:t>
        <a:bodyPr/>
        <a:lstStyle/>
        <a:p>
          <a:endParaRPr lang="en-US"/>
        </a:p>
      </dgm:t>
    </dgm:pt>
    <dgm:pt modelId="{BD6CC6EF-1AD7-4FEB-BC9C-C9E3A878F3D6}" type="sibTrans" cxnId="{31C1338C-0716-46B1-84B8-8D72C311967B}">
      <dgm:prSet/>
      <dgm:spPr/>
      <dgm:t>
        <a:bodyPr/>
        <a:lstStyle/>
        <a:p>
          <a:endParaRPr lang="en-US"/>
        </a:p>
      </dgm:t>
    </dgm:pt>
    <dgm:pt modelId="{32E1F020-742D-490D-841F-011894672C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>
              <a:latin typeface="Roboto" panose="02000000000000000000" pitchFamily="2" charset="0"/>
              <a:ea typeface="Roboto" panose="02000000000000000000" pitchFamily="2" charset="0"/>
            </a:rPr>
            <a:t>SerpAPI</a:t>
          </a:r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</a:p>
      </dgm:t>
    </dgm:pt>
    <dgm:pt modelId="{80351E5C-7D34-4932-93D0-C95098F46315}" type="parTrans" cxnId="{2C464A72-90C0-443E-B8E2-D992D88E3EDB}">
      <dgm:prSet/>
      <dgm:spPr/>
      <dgm:t>
        <a:bodyPr/>
        <a:lstStyle/>
        <a:p>
          <a:endParaRPr lang="en-US"/>
        </a:p>
      </dgm:t>
    </dgm:pt>
    <dgm:pt modelId="{055CBBD1-BC0B-4944-AC80-830E350DA9C9}" type="sibTrans" cxnId="{2C464A72-90C0-443E-B8E2-D992D88E3EDB}">
      <dgm:prSet/>
      <dgm:spPr/>
      <dgm:t>
        <a:bodyPr/>
        <a:lstStyle/>
        <a:p>
          <a:endParaRPr lang="en-US"/>
        </a:p>
      </dgm:t>
    </dgm:pt>
    <dgm:pt modelId="{9F4076B8-AAF4-4C8F-A84D-295D7482B6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Calculator Tool </a:t>
          </a:r>
        </a:p>
      </dgm:t>
    </dgm:pt>
    <dgm:pt modelId="{8F6C8976-D3FA-4B2A-88A9-582007B190E9}" type="parTrans" cxnId="{71F0EBFA-57C9-48B2-83DA-F3E707C7CC4C}">
      <dgm:prSet/>
      <dgm:spPr/>
      <dgm:t>
        <a:bodyPr/>
        <a:lstStyle/>
        <a:p>
          <a:endParaRPr lang="en-US"/>
        </a:p>
      </dgm:t>
    </dgm:pt>
    <dgm:pt modelId="{699B93FB-A705-409B-A333-FE618DCD27A7}" type="sibTrans" cxnId="{71F0EBFA-57C9-48B2-83DA-F3E707C7CC4C}">
      <dgm:prSet/>
      <dgm:spPr/>
      <dgm:t>
        <a:bodyPr/>
        <a:lstStyle/>
        <a:p>
          <a:endParaRPr lang="en-US"/>
        </a:p>
      </dgm:t>
    </dgm:pt>
    <dgm:pt modelId="{1DE2CA29-0A84-468E-8FD0-50619F2F5E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Google Sheets Logging</a:t>
          </a:r>
        </a:p>
      </dgm:t>
    </dgm:pt>
    <dgm:pt modelId="{6C321936-BBD9-4D4D-8BFD-BC12D27872A0}" type="parTrans" cxnId="{BF590515-62EA-4031-9EE0-AF3D5F6E601D}">
      <dgm:prSet/>
      <dgm:spPr/>
      <dgm:t>
        <a:bodyPr/>
        <a:lstStyle/>
        <a:p>
          <a:endParaRPr lang="en-US"/>
        </a:p>
      </dgm:t>
    </dgm:pt>
    <dgm:pt modelId="{2E9A2A9C-7BB5-40D7-B74E-95C798116D63}" type="sibTrans" cxnId="{BF590515-62EA-4031-9EE0-AF3D5F6E601D}">
      <dgm:prSet/>
      <dgm:spPr/>
      <dgm:t>
        <a:bodyPr/>
        <a:lstStyle/>
        <a:p>
          <a:endParaRPr lang="en-US"/>
        </a:p>
      </dgm:t>
    </dgm:pt>
    <dgm:pt modelId="{A6E5CB58-963C-4783-B65D-F9E2D4B8BC38}" type="pres">
      <dgm:prSet presAssocID="{2C79A18F-3FF9-4A45-971A-B78B1F971FAC}" presName="root" presStyleCnt="0">
        <dgm:presLayoutVars>
          <dgm:dir/>
          <dgm:resizeHandles val="exact"/>
        </dgm:presLayoutVars>
      </dgm:prSet>
      <dgm:spPr/>
    </dgm:pt>
    <dgm:pt modelId="{406A31CA-2AEF-49B5-BC72-CD46C3CF56D1}" type="pres">
      <dgm:prSet presAssocID="{C3244BA8-050B-4767-AFD7-ADBD67E2BF2B}" presName="compNode" presStyleCnt="0"/>
      <dgm:spPr/>
    </dgm:pt>
    <dgm:pt modelId="{70EAED5E-F8FB-4E53-9D3E-29FC13FE8F5D}" type="pres">
      <dgm:prSet presAssocID="{C3244BA8-050B-4767-AFD7-ADBD67E2BF2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95C7A09-C5CA-48D9-922C-944E436DE91C}" type="pres">
      <dgm:prSet presAssocID="{C3244BA8-050B-4767-AFD7-ADBD67E2BF2B}" presName="iconSpace" presStyleCnt="0"/>
      <dgm:spPr/>
    </dgm:pt>
    <dgm:pt modelId="{2FE17A3C-67D8-40A9-B23E-4D9BDB7296EB}" type="pres">
      <dgm:prSet presAssocID="{C3244BA8-050B-4767-AFD7-ADBD67E2BF2B}" presName="parTx" presStyleLbl="revTx" presStyleIdx="0" presStyleCnt="10">
        <dgm:presLayoutVars>
          <dgm:chMax val="0"/>
          <dgm:chPref val="0"/>
        </dgm:presLayoutVars>
      </dgm:prSet>
      <dgm:spPr/>
    </dgm:pt>
    <dgm:pt modelId="{7D6D5A5A-D180-4D44-A64F-9B8DCECDEB7E}" type="pres">
      <dgm:prSet presAssocID="{C3244BA8-050B-4767-AFD7-ADBD67E2BF2B}" presName="txSpace" presStyleCnt="0"/>
      <dgm:spPr/>
    </dgm:pt>
    <dgm:pt modelId="{2F09CCB7-5617-4D75-9ABB-41767451B293}" type="pres">
      <dgm:prSet presAssocID="{C3244BA8-050B-4767-AFD7-ADBD67E2BF2B}" presName="desTx" presStyleLbl="revTx" presStyleIdx="1" presStyleCnt="10">
        <dgm:presLayoutVars/>
      </dgm:prSet>
      <dgm:spPr/>
    </dgm:pt>
    <dgm:pt modelId="{490EF4C0-6461-4594-AA11-CCF3EF5EB7CA}" type="pres">
      <dgm:prSet presAssocID="{CC4A635D-73FA-4FF3-9B14-1C0C90CC85FD}" presName="sibTrans" presStyleCnt="0"/>
      <dgm:spPr/>
    </dgm:pt>
    <dgm:pt modelId="{FBD7F5A4-D898-431F-8401-2C3D41011467}" type="pres">
      <dgm:prSet presAssocID="{E4D58702-D0F5-4B1A-95C4-2501C0FD67DB}" presName="compNode" presStyleCnt="0"/>
      <dgm:spPr/>
    </dgm:pt>
    <dgm:pt modelId="{3C067CFE-83E4-4686-87AB-8F47B079D949}" type="pres">
      <dgm:prSet presAssocID="{E4D58702-D0F5-4B1A-95C4-2501C0FD67D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740F930-339E-449F-9196-1BCF5F2447EA}" type="pres">
      <dgm:prSet presAssocID="{E4D58702-D0F5-4B1A-95C4-2501C0FD67DB}" presName="iconSpace" presStyleCnt="0"/>
      <dgm:spPr/>
    </dgm:pt>
    <dgm:pt modelId="{8D5CDF75-1318-471B-B9E5-1B9A3177448C}" type="pres">
      <dgm:prSet presAssocID="{E4D58702-D0F5-4B1A-95C4-2501C0FD67DB}" presName="parTx" presStyleLbl="revTx" presStyleIdx="2" presStyleCnt="10">
        <dgm:presLayoutVars>
          <dgm:chMax val="0"/>
          <dgm:chPref val="0"/>
        </dgm:presLayoutVars>
      </dgm:prSet>
      <dgm:spPr/>
    </dgm:pt>
    <dgm:pt modelId="{D966D82E-9E8D-49D4-8A67-BD06EEB84482}" type="pres">
      <dgm:prSet presAssocID="{E4D58702-D0F5-4B1A-95C4-2501C0FD67DB}" presName="txSpace" presStyleCnt="0"/>
      <dgm:spPr/>
    </dgm:pt>
    <dgm:pt modelId="{E9F3D6FF-E722-4584-B3CB-392EA3CC967F}" type="pres">
      <dgm:prSet presAssocID="{E4D58702-D0F5-4B1A-95C4-2501C0FD67DB}" presName="desTx" presStyleLbl="revTx" presStyleIdx="3" presStyleCnt="10">
        <dgm:presLayoutVars/>
      </dgm:prSet>
      <dgm:spPr/>
    </dgm:pt>
    <dgm:pt modelId="{7D8E4C5A-4030-407A-9A58-90F740A5DDDB}" type="pres">
      <dgm:prSet presAssocID="{299F6894-DC78-4B0C-9A74-C1EA1D42849E}" presName="sibTrans" presStyleCnt="0"/>
      <dgm:spPr/>
    </dgm:pt>
    <dgm:pt modelId="{9C3E273A-5E38-469D-88D4-5ECA533A1E7B}" type="pres">
      <dgm:prSet presAssocID="{EE2B3907-46A5-4322-8027-814A21573AE9}" presName="compNode" presStyleCnt="0"/>
      <dgm:spPr/>
    </dgm:pt>
    <dgm:pt modelId="{9A6B2A0C-3E66-4F3A-8ADD-2300BB338FB2}" type="pres">
      <dgm:prSet presAssocID="{EE2B3907-46A5-4322-8027-814A21573AE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94F3711A-41B5-4254-907D-6E9E292DE9C0}" type="pres">
      <dgm:prSet presAssocID="{EE2B3907-46A5-4322-8027-814A21573AE9}" presName="iconSpace" presStyleCnt="0"/>
      <dgm:spPr/>
    </dgm:pt>
    <dgm:pt modelId="{61CDBD3E-8D12-4777-9165-7ABE69C4D1F0}" type="pres">
      <dgm:prSet presAssocID="{EE2B3907-46A5-4322-8027-814A21573AE9}" presName="parTx" presStyleLbl="revTx" presStyleIdx="4" presStyleCnt="10">
        <dgm:presLayoutVars>
          <dgm:chMax val="0"/>
          <dgm:chPref val="0"/>
        </dgm:presLayoutVars>
      </dgm:prSet>
      <dgm:spPr/>
    </dgm:pt>
    <dgm:pt modelId="{6978BC19-C6DD-431D-9EE7-98971350CDFC}" type="pres">
      <dgm:prSet presAssocID="{EE2B3907-46A5-4322-8027-814A21573AE9}" presName="txSpace" presStyleCnt="0"/>
      <dgm:spPr/>
    </dgm:pt>
    <dgm:pt modelId="{208BAEC7-6B45-45E9-9D6B-68099E9D56E9}" type="pres">
      <dgm:prSet presAssocID="{EE2B3907-46A5-4322-8027-814A21573AE9}" presName="desTx" presStyleLbl="revTx" presStyleIdx="5" presStyleCnt="10">
        <dgm:presLayoutVars/>
      </dgm:prSet>
      <dgm:spPr/>
    </dgm:pt>
    <dgm:pt modelId="{B0A36CA3-B5CD-4AB7-A28F-5AFB09DF4A2D}" type="pres">
      <dgm:prSet presAssocID="{1CE4DD5D-7635-49F5-9A1B-9745E130042E}" presName="sibTrans" presStyleCnt="0"/>
      <dgm:spPr/>
    </dgm:pt>
    <dgm:pt modelId="{30EACE89-06F4-439F-8F3B-46F18580D107}" type="pres">
      <dgm:prSet presAssocID="{A6881CB8-DB76-465B-AC1E-05D754ADA2AE}" presName="compNode" presStyleCnt="0"/>
      <dgm:spPr/>
    </dgm:pt>
    <dgm:pt modelId="{3203EEE8-EFD9-44EE-A2CF-5D0904DF0E1D}" type="pres">
      <dgm:prSet presAssocID="{A6881CB8-DB76-465B-AC1E-05D754ADA2A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87D52A7-3CB9-4DBB-BE11-F464D9E22FBC}" type="pres">
      <dgm:prSet presAssocID="{A6881CB8-DB76-465B-AC1E-05D754ADA2AE}" presName="iconSpace" presStyleCnt="0"/>
      <dgm:spPr/>
    </dgm:pt>
    <dgm:pt modelId="{9D1D2EB7-A373-46C0-A315-B3849260328F}" type="pres">
      <dgm:prSet presAssocID="{A6881CB8-DB76-465B-AC1E-05D754ADA2AE}" presName="parTx" presStyleLbl="revTx" presStyleIdx="6" presStyleCnt="10">
        <dgm:presLayoutVars>
          <dgm:chMax val="0"/>
          <dgm:chPref val="0"/>
        </dgm:presLayoutVars>
      </dgm:prSet>
      <dgm:spPr/>
    </dgm:pt>
    <dgm:pt modelId="{9E377092-CFBF-4452-947F-090CB1D48727}" type="pres">
      <dgm:prSet presAssocID="{A6881CB8-DB76-465B-AC1E-05D754ADA2AE}" presName="txSpace" presStyleCnt="0"/>
      <dgm:spPr/>
    </dgm:pt>
    <dgm:pt modelId="{35FE37D6-654A-45B7-AE91-0B699B415576}" type="pres">
      <dgm:prSet presAssocID="{A6881CB8-DB76-465B-AC1E-05D754ADA2AE}" presName="desTx" presStyleLbl="revTx" presStyleIdx="7" presStyleCnt="10">
        <dgm:presLayoutVars/>
      </dgm:prSet>
      <dgm:spPr/>
    </dgm:pt>
    <dgm:pt modelId="{BA9F4E85-554D-4B63-8D72-CD961CD51E46}" type="pres">
      <dgm:prSet presAssocID="{10E000B4-E26C-4E27-932A-260A5941B9F4}" presName="sibTrans" presStyleCnt="0"/>
      <dgm:spPr/>
    </dgm:pt>
    <dgm:pt modelId="{0D333642-5275-4190-9A03-B3F0AA8DD4A9}" type="pres">
      <dgm:prSet presAssocID="{391817F0-5C90-4D1E-B1BD-F71E4DB740F2}" presName="compNode" presStyleCnt="0"/>
      <dgm:spPr/>
    </dgm:pt>
    <dgm:pt modelId="{E194AFEA-EFBC-464E-931C-8399329F9E64}" type="pres">
      <dgm:prSet presAssocID="{391817F0-5C90-4D1E-B1BD-F71E4DB740F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11FC14C9-A721-4F23-8D8E-8BA737129C1A}" type="pres">
      <dgm:prSet presAssocID="{391817F0-5C90-4D1E-B1BD-F71E4DB740F2}" presName="iconSpace" presStyleCnt="0"/>
      <dgm:spPr/>
    </dgm:pt>
    <dgm:pt modelId="{56FF50F8-592B-4EEE-9716-C8AAF8337138}" type="pres">
      <dgm:prSet presAssocID="{391817F0-5C90-4D1E-B1BD-F71E4DB740F2}" presName="parTx" presStyleLbl="revTx" presStyleIdx="8" presStyleCnt="10">
        <dgm:presLayoutVars>
          <dgm:chMax val="0"/>
          <dgm:chPref val="0"/>
        </dgm:presLayoutVars>
      </dgm:prSet>
      <dgm:spPr/>
    </dgm:pt>
    <dgm:pt modelId="{F5DA0BE2-7B2F-4B13-A817-FC76AC88ABAF}" type="pres">
      <dgm:prSet presAssocID="{391817F0-5C90-4D1E-B1BD-F71E4DB740F2}" presName="txSpace" presStyleCnt="0"/>
      <dgm:spPr/>
    </dgm:pt>
    <dgm:pt modelId="{CF0D8272-A5AD-4086-BF1A-8AB91EB4EED5}" type="pres">
      <dgm:prSet presAssocID="{391817F0-5C90-4D1E-B1BD-F71E4DB740F2}" presName="desTx" presStyleLbl="revTx" presStyleIdx="9" presStyleCnt="10">
        <dgm:presLayoutVars/>
      </dgm:prSet>
      <dgm:spPr/>
    </dgm:pt>
  </dgm:ptLst>
  <dgm:cxnLst>
    <dgm:cxn modelId="{51E5440C-D5A3-4D0F-B25F-3A4D550FB453}" type="presOf" srcId="{E4D58702-D0F5-4B1A-95C4-2501C0FD67DB}" destId="{8D5CDF75-1318-471B-B9E5-1B9A3177448C}" srcOrd="0" destOrd="0" presId="urn:microsoft.com/office/officeart/2018/5/layout/CenteredIconLabelDescriptionList"/>
    <dgm:cxn modelId="{BF590515-62EA-4031-9EE0-AF3D5F6E601D}" srcId="{391817F0-5C90-4D1E-B1BD-F71E4DB740F2}" destId="{1DE2CA29-0A84-468E-8FD0-50619F2F5E82}" srcOrd="2" destOrd="0" parTransId="{6C321936-BBD9-4D4D-8BFD-BC12D27872A0}" sibTransId="{2E9A2A9C-7BB5-40D7-B74E-95C798116D63}"/>
    <dgm:cxn modelId="{39739617-5008-4592-A34C-B4D695274E27}" srcId="{EE2B3907-46A5-4322-8027-814A21573AE9}" destId="{ACEBEDE7-EAF4-4150-8A81-6BD553D43ED5}" srcOrd="0" destOrd="0" parTransId="{66721F6D-2E94-447D-92C7-F30DF09B9A27}" sibTransId="{CE4AD054-A316-45D3-8307-212B7BF06B49}"/>
    <dgm:cxn modelId="{1954031D-EE61-41F1-A24D-46639ADB6C96}" type="presOf" srcId="{ACEBEDE7-EAF4-4150-8A81-6BD553D43ED5}" destId="{208BAEC7-6B45-45E9-9D6B-68099E9D56E9}" srcOrd="0" destOrd="0" presId="urn:microsoft.com/office/officeart/2018/5/layout/CenteredIconLabelDescriptionList"/>
    <dgm:cxn modelId="{650E9420-778E-4811-8290-ED37CCA511DE}" srcId="{2C79A18F-3FF9-4A45-971A-B78B1F971FAC}" destId="{A6881CB8-DB76-465B-AC1E-05D754ADA2AE}" srcOrd="3" destOrd="0" parTransId="{8F8574ED-94F8-4001-9AC9-C4EAA9C2C6BF}" sibTransId="{10E000B4-E26C-4E27-932A-260A5941B9F4}"/>
    <dgm:cxn modelId="{70736622-886F-4F50-AE36-04478FB5961C}" srcId="{A6881CB8-DB76-465B-AC1E-05D754ADA2AE}" destId="{95B1348B-45A7-4436-A347-545FD612EADD}" srcOrd="0" destOrd="0" parTransId="{31893B6B-1665-4CDD-83A7-20838F21D22D}" sibTransId="{0D3E3C5B-FE43-4BF9-82CB-2543A6C763C6}"/>
    <dgm:cxn modelId="{7C947728-114D-4060-A002-17D3746C884E}" type="presOf" srcId="{2C79A18F-3FF9-4A45-971A-B78B1F971FAC}" destId="{A6E5CB58-963C-4783-B65D-F9E2D4B8BC38}" srcOrd="0" destOrd="0" presId="urn:microsoft.com/office/officeart/2018/5/layout/CenteredIconLabelDescriptionList"/>
    <dgm:cxn modelId="{F1A8EF2C-A996-4C99-8A2C-CBEAD7A259A2}" type="presOf" srcId="{EE2B3907-46A5-4322-8027-814A21573AE9}" destId="{61CDBD3E-8D12-4777-9165-7ABE69C4D1F0}" srcOrd="0" destOrd="0" presId="urn:microsoft.com/office/officeart/2018/5/layout/CenteredIconLabelDescriptionList"/>
    <dgm:cxn modelId="{F09C2E64-0866-449E-9499-3329320820EE}" srcId="{2C79A18F-3FF9-4A45-971A-B78B1F971FAC}" destId="{E4D58702-D0F5-4B1A-95C4-2501C0FD67DB}" srcOrd="1" destOrd="0" parTransId="{ACDBBD3F-A474-4E67-BA18-C1C7F9F9BEC1}" sibTransId="{299F6894-DC78-4B0C-9A74-C1EA1D42849E}"/>
    <dgm:cxn modelId="{D9D48966-3538-48FB-BAD0-C757897A95B8}" srcId="{A6881CB8-DB76-465B-AC1E-05D754ADA2AE}" destId="{E4B33DCD-4E2F-4972-A094-0387A8CED3FD}" srcOrd="2" destOrd="0" parTransId="{6CD8CAB1-0F81-4051-BD00-C76F44C14FEB}" sibTransId="{1197E02E-0697-4381-AD71-95032B08813C}"/>
    <dgm:cxn modelId="{A9A5D566-D531-46DA-97F7-5F8397969D31}" type="presOf" srcId="{F3905263-0EB3-4E97-A71E-981207AE97E5}" destId="{E9F3D6FF-E722-4584-B3CB-392EA3CC967F}" srcOrd="0" destOrd="0" presId="urn:microsoft.com/office/officeart/2018/5/layout/CenteredIconLabelDescriptionList"/>
    <dgm:cxn modelId="{61003869-52A9-4611-A2FB-7723598EA278}" srcId="{A6881CB8-DB76-465B-AC1E-05D754ADA2AE}" destId="{61563FF2-A6EF-464F-ABC0-D350D7A62FDF}" srcOrd="1" destOrd="0" parTransId="{3C55FA99-CD15-4160-B2A4-414FA4F7C10D}" sibTransId="{DB02BDD9-3543-4FBD-8E7F-05FFC30F529B}"/>
    <dgm:cxn modelId="{2C464A72-90C0-443E-B8E2-D992D88E3EDB}" srcId="{391817F0-5C90-4D1E-B1BD-F71E4DB740F2}" destId="{32E1F020-742D-490D-841F-011894672C73}" srcOrd="0" destOrd="0" parTransId="{80351E5C-7D34-4932-93D0-C95098F46315}" sibTransId="{055CBBD1-BC0B-4944-AC80-830E350DA9C9}"/>
    <dgm:cxn modelId="{931EE256-F706-43E1-A852-4815814D6BD1}" type="presOf" srcId="{61563FF2-A6EF-464F-ABC0-D350D7A62FDF}" destId="{35FE37D6-654A-45B7-AE91-0B699B415576}" srcOrd="0" destOrd="1" presId="urn:microsoft.com/office/officeart/2018/5/layout/CenteredIconLabelDescriptionList"/>
    <dgm:cxn modelId="{3DA4FD58-CD32-43AF-82A2-32D36B93E825}" srcId="{2C79A18F-3FF9-4A45-971A-B78B1F971FAC}" destId="{C3244BA8-050B-4767-AFD7-ADBD67E2BF2B}" srcOrd="0" destOrd="0" parTransId="{58C0C5D2-3409-46B9-90F2-0B904D00E2D8}" sibTransId="{CC4A635D-73FA-4FF3-9B14-1C0C90CC85FD}"/>
    <dgm:cxn modelId="{31C1338C-0716-46B1-84B8-8D72C311967B}" srcId="{2C79A18F-3FF9-4A45-971A-B78B1F971FAC}" destId="{391817F0-5C90-4D1E-B1BD-F71E4DB740F2}" srcOrd="4" destOrd="0" parTransId="{E88F5FA9-5C7C-4EF4-89B2-AA8909CE79C0}" sibTransId="{BD6CC6EF-1AD7-4FEB-BC9C-C9E3A878F3D6}"/>
    <dgm:cxn modelId="{8DB6D994-0B38-4A95-AD97-0D10E5901049}" type="presOf" srcId="{9F4076B8-AAF4-4C8F-A84D-295D7482B611}" destId="{CF0D8272-A5AD-4086-BF1A-8AB91EB4EED5}" srcOrd="0" destOrd="1" presId="urn:microsoft.com/office/officeart/2018/5/layout/CenteredIconLabelDescriptionList"/>
    <dgm:cxn modelId="{27FB7F9A-57DE-4A8C-A679-4A7448FEB762}" type="presOf" srcId="{391817F0-5C90-4D1E-B1BD-F71E4DB740F2}" destId="{56FF50F8-592B-4EEE-9716-C8AAF8337138}" srcOrd="0" destOrd="0" presId="urn:microsoft.com/office/officeart/2018/5/layout/CenteredIconLabelDescriptionList"/>
    <dgm:cxn modelId="{517C35AF-80D3-49CA-9110-25D76456E152}" type="presOf" srcId="{C3244BA8-050B-4767-AFD7-ADBD67E2BF2B}" destId="{2FE17A3C-67D8-40A9-B23E-4D9BDB7296EB}" srcOrd="0" destOrd="0" presId="urn:microsoft.com/office/officeart/2018/5/layout/CenteredIconLabelDescriptionList"/>
    <dgm:cxn modelId="{D441C6B3-DD73-4C9C-A9DE-F6396FD93D86}" type="presOf" srcId="{FA090639-5A0D-47D3-AEA9-600D511740EF}" destId="{2F09CCB7-5617-4D75-9ABB-41767451B293}" srcOrd="0" destOrd="0" presId="urn:microsoft.com/office/officeart/2018/5/layout/CenteredIconLabelDescriptionList"/>
    <dgm:cxn modelId="{4CF82DB5-C5A4-447E-A5BB-B573C4D5FEC4}" type="presOf" srcId="{1DE2CA29-0A84-468E-8FD0-50619F2F5E82}" destId="{CF0D8272-A5AD-4086-BF1A-8AB91EB4EED5}" srcOrd="0" destOrd="2" presId="urn:microsoft.com/office/officeart/2018/5/layout/CenteredIconLabelDescriptionList"/>
    <dgm:cxn modelId="{AD58EBBC-D794-4ABB-8991-398566CB753C}" type="presOf" srcId="{A6881CB8-DB76-465B-AC1E-05D754ADA2AE}" destId="{9D1D2EB7-A373-46C0-A315-B3849260328F}" srcOrd="0" destOrd="0" presId="urn:microsoft.com/office/officeart/2018/5/layout/CenteredIconLabelDescriptionList"/>
    <dgm:cxn modelId="{07FBA2D6-D1BE-4A93-8F6B-C3E235C36F68}" type="presOf" srcId="{32E1F020-742D-490D-841F-011894672C73}" destId="{CF0D8272-A5AD-4086-BF1A-8AB91EB4EED5}" srcOrd="0" destOrd="0" presId="urn:microsoft.com/office/officeart/2018/5/layout/CenteredIconLabelDescriptionList"/>
    <dgm:cxn modelId="{9FF2B1DE-0B2B-4386-93D6-2AF300519843}" type="presOf" srcId="{E4B33DCD-4E2F-4972-A094-0387A8CED3FD}" destId="{35FE37D6-654A-45B7-AE91-0B699B415576}" srcOrd="0" destOrd="2" presId="urn:microsoft.com/office/officeart/2018/5/layout/CenteredIconLabelDescriptionList"/>
    <dgm:cxn modelId="{6FF4B1E8-6568-46B6-B60C-522BE8F76D8E}" srcId="{2C79A18F-3FF9-4A45-971A-B78B1F971FAC}" destId="{EE2B3907-46A5-4322-8027-814A21573AE9}" srcOrd="2" destOrd="0" parTransId="{4877CCAE-124D-40DD-BE58-9A4736004C9A}" sibTransId="{1CE4DD5D-7635-49F5-9A1B-9745E130042E}"/>
    <dgm:cxn modelId="{810199EF-2D33-4393-B72C-5C27B71CB3BA}" srcId="{E4D58702-D0F5-4B1A-95C4-2501C0FD67DB}" destId="{F3905263-0EB3-4E97-A71E-981207AE97E5}" srcOrd="0" destOrd="0" parTransId="{6AF1452C-A2F4-4CC8-ACE1-24B7E8C19A42}" sibTransId="{60E18F7B-5139-4998-B4A3-A675B69FAE87}"/>
    <dgm:cxn modelId="{1ADBCBF1-CBD3-4EC7-9D14-7E55A9F67A19}" type="presOf" srcId="{95B1348B-45A7-4436-A347-545FD612EADD}" destId="{35FE37D6-654A-45B7-AE91-0B699B415576}" srcOrd="0" destOrd="0" presId="urn:microsoft.com/office/officeart/2018/5/layout/CenteredIconLabelDescriptionList"/>
    <dgm:cxn modelId="{71F0EBFA-57C9-48B2-83DA-F3E707C7CC4C}" srcId="{391817F0-5C90-4D1E-B1BD-F71E4DB740F2}" destId="{9F4076B8-AAF4-4C8F-A84D-295D7482B611}" srcOrd="1" destOrd="0" parTransId="{8F6C8976-D3FA-4B2A-88A9-582007B190E9}" sibTransId="{699B93FB-A705-409B-A333-FE618DCD27A7}"/>
    <dgm:cxn modelId="{EBE6DEFD-B7F0-446C-B6FB-FE87F57408E2}" srcId="{C3244BA8-050B-4767-AFD7-ADBD67E2BF2B}" destId="{FA090639-5A0D-47D3-AEA9-600D511740EF}" srcOrd="0" destOrd="0" parTransId="{4A517274-A949-430D-A97C-52DCF92AE75C}" sibTransId="{480C3489-4C02-49E8-87E6-840B1173CE58}"/>
    <dgm:cxn modelId="{7E9B19E5-834A-4EEE-A487-C42CF98692A7}" type="presParOf" srcId="{A6E5CB58-963C-4783-B65D-F9E2D4B8BC38}" destId="{406A31CA-2AEF-49B5-BC72-CD46C3CF56D1}" srcOrd="0" destOrd="0" presId="urn:microsoft.com/office/officeart/2018/5/layout/CenteredIconLabelDescriptionList"/>
    <dgm:cxn modelId="{7FF12BD2-9249-4525-BD80-38D6996A78DD}" type="presParOf" srcId="{406A31CA-2AEF-49B5-BC72-CD46C3CF56D1}" destId="{70EAED5E-F8FB-4E53-9D3E-29FC13FE8F5D}" srcOrd="0" destOrd="0" presId="urn:microsoft.com/office/officeart/2018/5/layout/CenteredIconLabelDescriptionList"/>
    <dgm:cxn modelId="{8C2822F4-1C29-4218-8F03-7A8EDB3A14CD}" type="presParOf" srcId="{406A31CA-2AEF-49B5-BC72-CD46C3CF56D1}" destId="{295C7A09-C5CA-48D9-922C-944E436DE91C}" srcOrd="1" destOrd="0" presId="urn:microsoft.com/office/officeart/2018/5/layout/CenteredIconLabelDescriptionList"/>
    <dgm:cxn modelId="{E0198588-6B41-42AA-AD42-0D303574617A}" type="presParOf" srcId="{406A31CA-2AEF-49B5-BC72-CD46C3CF56D1}" destId="{2FE17A3C-67D8-40A9-B23E-4D9BDB7296EB}" srcOrd="2" destOrd="0" presId="urn:microsoft.com/office/officeart/2018/5/layout/CenteredIconLabelDescriptionList"/>
    <dgm:cxn modelId="{C902F893-7691-435D-8407-2559AED2B08D}" type="presParOf" srcId="{406A31CA-2AEF-49B5-BC72-CD46C3CF56D1}" destId="{7D6D5A5A-D180-4D44-A64F-9B8DCECDEB7E}" srcOrd="3" destOrd="0" presId="urn:microsoft.com/office/officeart/2018/5/layout/CenteredIconLabelDescriptionList"/>
    <dgm:cxn modelId="{6D56ADC0-E936-4282-9B39-DBE2EF8BF6FC}" type="presParOf" srcId="{406A31CA-2AEF-49B5-BC72-CD46C3CF56D1}" destId="{2F09CCB7-5617-4D75-9ABB-41767451B293}" srcOrd="4" destOrd="0" presId="urn:microsoft.com/office/officeart/2018/5/layout/CenteredIconLabelDescriptionList"/>
    <dgm:cxn modelId="{CDAC8FB2-BB14-479F-89E9-04E14CC33ACF}" type="presParOf" srcId="{A6E5CB58-963C-4783-B65D-F9E2D4B8BC38}" destId="{490EF4C0-6461-4594-AA11-CCF3EF5EB7CA}" srcOrd="1" destOrd="0" presId="urn:microsoft.com/office/officeart/2018/5/layout/CenteredIconLabelDescriptionList"/>
    <dgm:cxn modelId="{2EBC9631-1534-429A-8076-C048D2DF9742}" type="presParOf" srcId="{A6E5CB58-963C-4783-B65D-F9E2D4B8BC38}" destId="{FBD7F5A4-D898-431F-8401-2C3D41011467}" srcOrd="2" destOrd="0" presId="urn:microsoft.com/office/officeart/2018/5/layout/CenteredIconLabelDescriptionList"/>
    <dgm:cxn modelId="{D396E240-E072-4C4D-A78C-2E24CCD23A69}" type="presParOf" srcId="{FBD7F5A4-D898-431F-8401-2C3D41011467}" destId="{3C067CFE-83E4-4686-87AB-8F47B079D949}" srcOrd="0" destOrd="0" presId="urn:microsoft.com/office/officeart/2018/5/layout/CenteredIconLabelDescriptionList"/>
    <dgm:cxn modelId="{0098A58A-97D6-4B5E-8B19-73F83D096A17}" type="presParOf" srcId="{FBD7F5A4-D898-431F-8401-2C3D41011467}" destId="{0740F930-339E-449F-9196-1BCF5F2447EA}" srcOrd="1" destOrd="0" presId="urn:microsoft.com/office/officeart/2018/5/layout/CenteredIconLabelDescriptionList"/>
    <dgm:cxn modelId="{D055C70D-9F73-473B-83E9-8CFA400ABAE3}" type="presParOf" srcId="{FBD7F5A4-D898-431F-8401-2C3D41011467}" destId="{8D5CDF75-1318-471B-B9E5-1B9A3177448C}" srcOrd="2" destOrd="0" presId="urn:microsoft.com/office/officeart/2018/5/layout/CenteredIconLabelDescriptionList"/>
    <dgm:cxn modelId="{C9B5BC43-F15D-440C-8D63-01F1BA22D3F5}" type="presParOf" srcId="{FBD7F5A4-D898-431F-8401-2C3D41011467}" destId="{D966D82E-9E8D-49D4-8A67-BD06EEB84482}" srcOrd="3" destOrd="0" presId="urn:microsoft.com/office/officeart/2018/5/layout/CenteredIconLabelDescriptionList"/>
    <dgm:cxn modelId="{038262B7-C7D4-4877-9D4A-1AEDAC0F6E79}" type="presParOf" srcId="{FBD7F5A4-D898-431F-8401-2C3D41011467}" destId="{E9F3D6FF-E722-4584-B3CB-392EA3CC967F}" srcOrd="4" destOrd="0" presId="urn:microsoft.com/office/officeart/2018/5/layout/CenteredIconLabelDescriptionList"/>
    <dgm:cxn modelId="{A21A46CF-D97B-4D92-AD0D-7AE7E5B5FFEB}" type="presParOf" srcId="{A6E5CB58-963C-4783-B65D-F9E2D4B8BC38}" destId="{7D8E4C5A-4030-407A-9A58-90F740A5DDDB}" srcOrd="3" destOrd="0" presId="urn:microsoft.com/office/officeart/2018/5/layout/CenteredIconLabelDescriptionList"/>
    <dgm:cxn modelId="{295B0A18-97FF-48E5-9DDE-D14065A9BCE7}" type="presParOf" srcId="{A6E5CB58-963C-4783-B65D-F9E2D4B8BC38}" destId="{9C3E273A-5E38-469D-88D4-5ECA533A1E7B}" srcOrd="4" destOrd="0" presId="urn:microsoft.com/office/officeart/2018/5/layout/CenteredIconLabelDescriptionList"/>
    <dgm:cxn modelId="{982022B7-27DC-4FEA-936D-32DCF67F4A78}" type="presParOf" srcId="{9C3E273A-5E38-469D-88D4-5ECA533A1E7B}" destId="{9A6B2A0C-3E66-4F3A-8ADD-2300BB338FB2}" srcOrd="0" destOrd="0" presId="urn:microsoft.com/office/officeart/2018/5/layout/CenteredIconLabelDescriptionList"/>
    <dgm:cxn modelId="{E69F04E4-D34B-497F-A214-C63860D3F1B8}" type="presParOf" srcId="{9C3E273A-5E38-469D-88D4-5ECA533A1E7B}" destId="{94F3711A-41B5-4254-907D-6E9E292DE9C0}" srcOrd="1" destOrd="0" presId="urn:microsoft.com/office/officeart/2018/5/layout/CenteredIconLabelDescriptionList"/>
    <dgm:cxn modelId="{EDA384F9-C4B2-445F-8392-782116B8077C}" type="presParOf" srcId="{9C3E273A-5E38-469D-88D4-5ECA533A1E7B}" destId="{61CDBD3E-8D12-4777-9165-7ABE69C4D1F0}" srcOrd="2" destOrd="0" presId="urn:microsoft.com/office/officeart/2018/5/layout/CenteredIconLabelDescriptionList"/>
    <dgm:cxn modelId="{684C3755-DE3A-4A17-886B-513CC5339641}" type="presParOf" srcId="{9C3E273A-5E38-469D-88D4-5ECA533A1E7B}" destId="{6978BC19-C6DD-431D-9EE7-98971350CDFC}" srcOrd="3" destOrd="0" presId="urn:microsoft.com/office/officeart/2018/5/layout/CenteredIconLabelDescriptionList"/>
    <dgm:cxn modelId="{BD4123D3-FC61-476F-9E8E-041C68A9DCCE}" type="presParOf" srcId="{9C3E273A-5E38-469D-88D4-5ECA533A1E7B}" destId="{208BAEC7-6B45-45E9-9D6B-68099E9D56E9}" srcOrd="4" destOrd="0" presId="urn:microsoft.com/office/officeart/2018/5/layout/CenteredIconLabelDescriptionList"/>
    <dgm:cxn modelId="{8BF8291A-367B-49B3-89B4-ED18499970E0}" type="presParOf" srcId="{A6E5CB58-963C-4783-B65D-F9E2D4B8BC38}" destId="{B0A36CA3-B5CD-4AB7-A28F-5AFB09DF4A2D}" srcOrd="5" destOrd="0" presId="urn:microsoft.com/office/officeart/2018/5/layout/CenteredIconLabelDescriptionList"/>
    <dgm:cxn modelId="{5E9EDEDC-3A6D-475C-9E26-B75C41CD3B82}" type="presParOf" srcId="{A6E5CB58-963C-4783-B65D-F9E2D4B8BC38}" destId="{30EACE89-06F4-439F-8F3B-46F18580D107}" srcOrd="6" destOrd="0" presId="urn:microsoft.com/office/officeart/2018/5/layout/CenteredIconLabelDescriptionList"/>
    <dgm:cxn modelId="{51603BBF-3053-459A-9FBB-032025C53818}" type="presParOf" srcId="{30EACE89-06F4-439F-8F3B-46F18580D107}" destId="{3203EEE8-EFD9-44EE-A2CF-5D0904DF0E1D}" srcOrd="0" destOrd="0" presId="urn:microsoft.com/office/officeart/2018/5/layout/CenteredIconLabelDescriptionList"/>
    <dgm:cxn modelId="{2CB43A8B-2F4F-4A37-92A8-78A1DCCDAC3F}" type="presParOf" srcId="{30EACE89-06F4-439F-8F3B-46F18580D107}" destId="{987D52A7-3CB9-4DBB-BE11-F464D9E22FBC}" srcOrd="1" destOrd="0" presId="urn:microsoft.com/office/officeart/2018/5/layout/CenteredIconLabelDescriptionList"/>
    <dgm:cxn modelId="{CF79BAE5-AB19-48E4-96F8-1E6C83ADDA9D}" type="presParOf" srcId="{30EACE89-06F4-439F-8F3B-46F18580D107}" destId="{9D1D2EB7-A373-46C0-A315-B3849260328F}" srcOrd="2" destOrd="0" presId="urn:microsoft.com/office/officeart/2018/5/layout/CenteredIconLabelDescriptionList"/>
    <dgm:cxn modelId="{5E6BF9EE-F7C5-4F3D-B4FA-8DE4BAE77C4E}" type="presParOf" srcId="{30EACE89-06F4-439F-8F3B-46F18580D107}" destId="{9E377092-CFBF-4452-947F-090CB1D48727}" srcOrd="3" destOrd="0" presId="urn:microsoft.com/office/officeart/2018/5/layout/CenteredIconLabelDescriptionList"/>
    <dgm:cxn modelId="{3E4309F4-2CAE-44C7-9A8A-46EAD51D91A2}" type="presParOf" srcId="{30EACE89-06F4-439F-8F3B-46F18580D107}" destId="{35FE37D6-654A-45B7-AE91-0B699B415576}" srcOrd="4" destOrd="0" presId="urn:microsoft.com/office/officeart/2018/5/layout/CenteredIconLabelDescriptionList"/>
    <dgm:cxn modelId="{6B3FC90D-09EA-4251-9B49-37618EAF3AF3}" type="presParOf" srcId="{A6E5CB58-963C-4783-B65D-F9E2D4B8BC38}" destId="{BA9F4E85-554D-4B63-8D72-CD961CD51E46}" srcOrd="7" destOrd="0" presId="urn:microsoft.com/office/officeart/2018/5/layout/CenteredIconLabelDescriptionList"/>
    <dgm:cxn modelId="{42F13BE3-9B54-4EEC-9862-025394CED969}" type="presParOf" srcId="{A6E5CB58-963C-4783-B65D-F9E2D4B8BC38}" destId="{0D333642-5275-4190-9A03-B3F0AA8DD4A9}" srcOrd="8" destOrd="0" presId="urn:microsoft.com/office/officeart/2018/5/layout/CenteredIconLabelDescriptionList"/>
    <dgm:cxn modelId="{28BB8A44-C4CA-48F4-BC48-46C29D127345}" type="presParOf" srcId="{0D333642-5275-4190-9A03-B3F0AA8DD4A9}" destId="{E194AFEA-EFBC-464E-931C-8399329F9E64}" srcOrd="0" destOrd="0" presId="urn:microsoft.com/office/officeart/2018/5/layout/CenteredIconLabelDescriptionList"/>
    <dgm:cxn modelId="{1F005DC0-D5E5-42F6-AB6F-C366794E6065}" type="presParOf" srcId="{0D333642-5275-4190-9A03-B3F0AA8DD4A9}" destId="{11FC14C9-A721-4F23-8D8E-8BA737129C1A}" srcOrd="1" destOrd="0" presId="urn:microsoft.com/office/officeart/2018/5/layout/CenteredIconLabelDescriptionList"/>
    <dgm:cxn modelId="{5DE2B689-C16B-4551-A477-B466A0927AB9}" type="presParOf" srcId="{0D333642-5275-4190-9A03-B3F0AA8DD4A9}" destId="{56FF50F8-592B-4EEE-9716-C8AAF8337138}" srcOrd="2" destOrd="0" presId="urn:microsoft.com/office/officeart/2018/5/layout/CenteredIconLabelDescriptionList"/>
    <dgm:cxn modelId="{AA48C157-CB94-41FC-90AD-20CECD04B426}" type="presParOf" srcId="{0D333642-5275-4190-9A03-B3F0AA8DD4A9}" destId="{F5DA0BE2-7B2F-4B13-A817-FC76AC88ABAF}" srcOrd="3" destOrd="0" presId="urn:microsoft.com/office/officeart/2018/5/layout/CenteredIconLabelDescriptionList"/>
    <dgm:cxn modelId="{FCAC396D-98D2-4E5F-9FBF-1203831D5E71}" type="presParOf" srcId="{0D333642-5275-4190-9A03-B3F0AA8DD4A9}" destId="{CF0D8272-A5AD-4086-BF1A-8AB91EB4EED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84BA371-80E8-4B7E-9C4D-21FE4350CF77}" type="doc">
      <dgm:prSet loTypeId="urn:microsoft.com/office/officeart/2008/layout/LinedList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53769FC6-7D26-4A02-A9FE-9EE8EAABBA70}">
      <dgm:prSet phldrT="[Text]" phldr="0"/>
      <dgm:spPr/>
      <dgm:t>
        <a:bodyPr/>
        <a:lstStyle/>
        <a:p>
          <a:endParaRPr lang="en-US" dirty="0"/>
        </a:p>
      </dgm:t>
    </dgm:pt>
    <dgm:pt modelId="{81B6B31F-74DA-4089-93E6-2E39822B6288}" type="parTrans" cxnId="{7008D762-48DF-425E-B949-9D93DA4128F2}">
      <dgm:prSet/>
      <dgm:spPr/>
      <dgm:t>
        <a:bodyPr/>
        <a:lstStyle/>
        <a:p>
          <a:endParaRPr lang="en-US"/>
        </a:p>
      </dgm:t>
    </dgm:pt>
    <dgm:pt modelId="{228CD9B5-D83B-4CF6-ACCE-FCE1E54BE87B}" type="sibTrans" cxnId="{7008D762-48DF-425E-B949-9D93DA4128F2}">
      <dgm:prSet/>
      <dgm:spPr/>
      <dgm:t>
        <a:bodyPr/>
        <a:lstStyle/>
        <a:p>
          <a:endParaRPr lang="en-US"/>
        </a:p>
      </dgm:t>
    </dgm:pt>
    <dgm:pt modelId="{77E7F9F8-7834-44BA-AAE7-851985D79D25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🤖 Limited free AI models with proper instruction support</a:t>
          </a:r>
        </a:p>
      </dgm:t>
    </dgm:pt>
    <dgm:pt modelId="{31185B07-B5D3-436A-A559-20DD03C815C5}" type="parTrans" cxnId="{6B2D04A1-562D-4366-AB00-0599C67A03BA}">
      <dgm:prSet/>
      <dgm:spPr/>
      <dgm:t>
        <a:bodyPr/>
        <a:lstStyle/>
        <a:p>
          <a:endParaRPr lang="en-US"/>
        </a:p>
      </dgm:t>
    </dgm:pt>
    <dgm:pt modelId="{2258C2D0-2ACF-4172-8C60-5A666C281E28}" type="sibTrans" cxnId="{6B2D04A1-562D-4366-AB00-0599C67A03BA}">
      <dgm:prSet/>
      <dgm:spPr/>
      <dgm:t>
        <a:bodyPr/>
        <a:lstStyle/>
        <a:p>
          <a:endParaRPr lang="en-US"/>
        </a:p>
      </dgm:t>
    </dgm:pt>
    <dgm:pt modelId="{BCA1CE34-B016-4E2E-8D3A-472FA282A43A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⚙ Managing workflow limitations in free-tier n8n</a:t>
          </a:r>
        </a:p>
      </dgm:t>
    </dgm:pt>
    <dgm:pt modelId="{3881DB19-348E-4CEC-8445-77A5F656912E}" type="parTrans" cxnId="{C92C50E6-460C-4499-8CE3-04C819F01DE7}">
      <dgm:prSet/>
      <dgm:spPr/>
      <dgm:t>
        <a:bodyPr/>
        <a:lstStyle/>
        <a:p>
          <a:endParaRPr lang="en-US"/>
        </a:p>
      </dgm:t>
    </dgm:pt>
    <dgm:pt modelId="{7E4C2BA4-AA73-46A8-B492-00A65F02FB7B}" type="sibTrans" cxnId="{C92C50E6-460C-4499-8CE3-04C819F01DE7}">
      <dgm:prSet/>
      <dgm:spPr/>
      <dgm:t>
        <a:bodyPr/>
        <a:lstStyle/>
        <a:p>
          <a:endParaRPr lang="en-US"/>
        </a:p>
      </dgm:t>
    </dgm:pt>
    <dgm:pt modelId="{4F5F0AB8-C9A0-4231-8923-7B75B4177B1D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📂 Handling Google Drive binary file uploads</a:t>
          </a:r>
        </a:p>
      </dgm:t>
    </dgm:pt>
    <dgm:pt modelId="{8BE2F054-87D6-4755-927F-4AB84D004ED7}" type="parTrans" cxnId="{4482E1C4-F4E7-40E2-9B40-64F035A27D88}">
      <dgm:prSet/>
      <dgm:spPr/>
      <dgm:t>
        <a:bodyPr/>
        <a:lstStyle/>
        <a:p>
          <a:endParaRPr lang="en-US"/>
        </a:p>
      </dgm:t>
    </dgm:pt>
    <dgm:pt modelId="{EF5BB130-ACA8-46DF-ACA7-F6F86210504B}" type="sibTrans" cxnId="{4482E1C4-F4E7-40E2-9B40-64F035A27D88}">
      <dgm:prSet/>
      <dgm:spPr/>
      <dgm:t>
        <a:bodyPr/>
        <a:lstStyle/>
        <a:p>
          <a:endParaRPr lang="en-US"/>
        </a:p>
      </dgm:t>
    </dgm:pt>
    <dgm:pt modelId="{D6716046-B3F5-4917-81A2-6B1577C2EC23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🌐 Maintaining stable multi-service integrations</a:t>
          </a:r>
        </a:p>
      </dgm:t>
    </dgm:pt>
    <dgm:pt modelId="{F991C067-8B4A-437E-B238-C8455D7B7B03}" type="parTrans" cxnId="{351B8D64-E36A-4BD6-87B9-0A79317DC143}">
      <dgm:prSet/>
      <dgm:spPr/>
      <dgm:t>
        <a:bodyPr/>
        <a:lstStyle/>
        <a:p>
          <a:endParaRPr lang="en-US"/>
        </a:p>
      </dgm:t>
    </dgm:pt>
    <dgm:pt modelId="{11D11216-2F67-48BE-9FA2-78E8120A7AF6}" type="sibTrans" cxnId="{351B8D64-E36A-4BD6-87B9-0A79317DC143}">
      <dgm:prSet/>
      <dgm:spPr/>
      <dgm:t>
        <a:bodyPr/>
        <a:lstStyle/>
        <a:p>
          <a:endParaRPr lang="en-US"/>
        </a:p>
      </dgm:t>
    </dgm:pt>
    <dgm:pt modelId="{6154AE77-6FC7-427A-9DB2-7C00B79E07A8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Roboto" panose="02000000000000000000" pitchFamily="2" charset="0"/>
              <a:ea typeface="Roboto" panose="02000000000000000000" pitchFamily="2" charset="0"/>
            </a:rPr>
            <a:t>📝 Context Memory Handling</a:t>
          </a:r>
          <a:br>
            <a:rPr lang="en-US" dirty="0">
              <a:latin typeface="Roboto" panose="02000000000000000000" pitchFamily="2" charset="0"/>
              <a:ea typeface="Roboto" panose="02000000000000000000" pitchFamily="2" charset="0"/>
            </a:rPr>
          </a:br>
          <a:endParaRPr lang="en-US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EB052E38-96FF-4EF6-A18E-BB52FFD4E510}" type="parTrans" cxnId="{CF71D4A1-BCDA-4937-AB76-57A22E4C5241}">
      <dgm:prSet/>
      <dgm:spPr/>
      <dgm:t>
        <a:bodyPr/>
        <a:lstStyle/>
        <a:p>
          <a:endParaRPr lang="en-US"/>
        </a:p>
      </dgm:t>
    </dgm:pt>
    <dgm:pt modelId="{3C8B829A-E232-4E1A-A00A-4F04B23FC0FD}" type="sibTrans" cxnId="{CF71D4A1-BCDA-4937-AB76-57A22E4C5241}">
      <dgm:prSet/>
      <dgm:spPr/>
      <dgm:t>
        <a:bodyPr/>
        <a:lstStyle/>
        <a:p>
          <a:endParaRPr lang="en-US"/>
        </a:p>
      </dgm:t>
    </dgm:pt>
    <dgm:pt modelId="{09B68377-BBDE-445F-83B0-76434E3343AC}" type="pres">
      <dgm:prSet presAssocID="{184BA371-80E8-4B7E-9C4D-21FE4350CF77}" presName="vert0" presStyleCnt="0">
        <dgm:presLayoutVars>
          <dgm:dir/>
          <dgm:animOne val="branch"/>
          <dgm:animLvl val="lvl"/>
        </dgm:presLayoutVars>
      </dgm:prSet>
      <dgm:spPr/>
    </dgm:pt>
    <dgm:pt modelId="{B4C77314-D356-4161-80C0-7007B66AF417}" type="pres">
      <dgm:prSet presAssocID="{53769FC6-7D26-4A02-A9FE-9EE8EAABBA70}" presName="thickLine" presStyleLbl="alignNode1" presStyleIdx="0" presStyleCnt="1"/>
      <dgm:spPr/>
    </dgm:pt>
    <dgm:pt modelId="{87A8D2C1-3C78-4D17-9F2C-9237F62EF970}" type="pres">
      <dgm:prSet presAssocID="{53769FC6-7D26-4A02-A9FE-9EE8EAABBA70}" presName="horz1" presStyleCnt="0"/>
      <dgm:spPr/>
    </dgm:pt>
    <dgm:pt modelId="{B9C1E14C-24B3-46AE-88BE-8B2527D129D4}" type="pres">
      <dgm:prSet presAssocID="{53769FC6-7D26-4A02-A9FE-9EE8EAABBA70}" presName="tx1" presStyleLbl="revTx" presStyleIdx="0" presStyleCnt="6"/>
      <dgm:spPr/>
    </dgm:pt>
    <dgm:pt modelId="{F4B93C8F-5105-4EC1-989A-7914326B854E}" type="pres">
      <dgm:prSet presAssocID="{53769FC6-7D26-4A02-A9FE-9EE8EAABBA70}" presName="vert1" presStyleCnt="0"/>
      <dgm:spPr/>
    </dgm:pt>
    <dgm:pt modelId="{2914127B-665B-4710-9166-F31EEBFB54C3}" type="pres">
      <dgm:prSet presAssocID="{77E7F9F8-7834-44BA-AAE7-851985D79D25}" presName="vertSpace2a" presStyleCnt="0"/>
      <dgm:spPr/>
    </dgm:pt>
    <dgm:pt modelId="{8BFC0DE0-7CE9-4BCE-AA52-E67F0B712222}" type="pres">
      <dgm:prSet presAssocID="{77E7F9F8-7834-44BA-AAE7-851985D79D25}" presName="horz2" presStyleCnt="0"/>
      <dgm:spPr/>
    </dgm:pt>
    <dgm:pt modelId="{E9780A70-E7D5-48E1-9778-F82E706B6048}" type="pres">
      <dgm:prSet presAssocID="{77E7F9F8-7834-44BA-AAE7-851985D79D25}" presName="horzSpace2" presStyleCnt="0"/>
      <dgm:spPr/>
    </dgm:pt>
    <dgm:pt modelId="{2BD2D42C-78FF-409E-826C-CD427B8E9ED6}" type="pres">
      <dgm:prSet presAssocID="{77E7F9F8-7834-44BA-AAE7-851985D79D25}" presName="tx2" presStyleLbl="revTx" presStyleIdx="1" presStyleCnt="6"/>
      <dgm:spPr/>
    </dgm:pt>
    <dgm:pt modelId="{11875E7C-20F8-4257-894C-1CEC31053B9F}" type="pres">
      <dgm:prSet presAssocID="{77E7F9F8-7834-44BA-AAE7-851985D79D25}" presName="vert2" presStyleCnt="0"/>
      <dgm:spPr/>
    </dgm:pt>
    <dgm:pt modelId="{C93625FE-B6DB-4E35-9CEB-0DCFD09DEC21}" type="pres">
      <dgm:prSet presAssocID="{77E7F9F8-7834-44BA-AAE7-851985D79D25}" presName="thinLine2b" presStyleLbl="callout" presStyleIdx="0" presStyleCnt="5"/>
      <dgm:spPr/>
    </dgm:pt>
    <dgm:pt modelId="{8328398B-6F4F-4A8A-81DF-DBC0683160E8}" type="pres">
      <dgm:prSet presAssocID="{77E7F9F8-7834-44BA-AAE7-851985D79D25}" presName="vertSpace2b" presStyleCnt="0"/>
      <dgm:spPr/>
    </dgm:pt>
    <dgm:pt modelId="{054940B6-1D84-4A47-8FD6-DD1A72FB6782}" type="pres">
      <dgm:prSet presAssocID="{BCA1CE34-B016-4E2E-8D3A-472FA282A43A}" presName="horz2" presStyleCnt="0"/>
      <dgm:spPr/>
    </dgm:pt>
    <dgm:pt modelId="{8B9C423C-8C11-4D94-920C-83DF0525B6FE}" type="pres">
      <dgm:prSet presAssocID="{BCA1CE34-B016-4E2E-8D3A-472FA282A43A}" presName="horzSpace2" presStyleCnt="0"/>
      <dgm:spPr/>
    </dgm:pt>
    <dgm:pt modelId="{DBF1FB8D-02FE-43AB-B11D-C51A1222056D}" type="pres">
      <dgm:prSet presAssocID="{BCA1CE34-B016-4E2E-8D3A-472FA282A43A}" presName="tx2" presStyleLbl="revTx" presStyleIdx="2" presStyleCnt="6"/>
      <dgm:spPr/>
    </dgm:pt>
    <dgm:pt modelId="{800CF796-6E2F-4962-A114-F84703E230F8}" type="pres">
      <dgm:prSet presAssocID="{BCA1CE34-B016-4E2E-8D3A-472FA282A43A}" presName="vert2" presStyleCnt="0"/>
      <dgm:spPr/>
    </dgm:pt>
    <dgm:pt modelId="{FB743A36-BAA1-4A84-988D-05BEBD4DEC01}" type="pres">
      <dgm:prSet presAssocID="{BCA1CE34-B016-4E2E-8D3A-472FA282A43A}" presName="thinLine2b" presStyleLbl="callout" presStyleIdx="1" presStyleCnt="5"/>
      <dgm:spPr/>
    </dgm:pt>
    <dgm:pt modelId="{4328D4A4-7E32-4313-A327-FCF569A486EE}" type="pres">
      <dgm:prSet presAssocID="{BCA1CE34-B016-4E2E-8D3A-472FA282A43A}" presName="vertSpace2b" presStyleCnt="0"/>
      <dgm:spPr/>
    </dgm:pt>
    <dgm:pt modelId="{5D87BE57-7328-4C93-8619-262886629F75}" type="pres">
      <dgm:prSet presAssocID="{4F5F0AB8-C9A0-4231-8923-7B75B4177B1D}" presName="horz2" presStyleCnt="0"/>
      <dgm:spPr/>
    </dgm:pt>
    <dgm:pt modelId="{8A2D4192-8A00-45C2-851A-5AE987B4969F}" type="pres">
      <dgm:prSet presAssocID="{4F5F0AB8-C9A0-4231-8923-7B75B4177B1D}" presName="horzSpace2" presStyleCnt="0"/>
      <dgm:spPr/>
    </dgm:pt>
    <dgm:pt modelId="{98E4EFA4-8194-4C8C-BBAF-DD3C79D6F33B}" type="pres">
      <dgm:prSet presAssocID="{4F5F0AB8-C9A0-4231-8923-7B75B4177B1D}" presName="tx2" presStyleLbl="revTx" presStyleIdx="3" presStyleCnt="6"/>
      <dgm:spPr/>
    </dgm:pt>
    <dgm:pt modelId="{C84CE7A4-C4EA-4C85-B48E-F70A9088AB6E}" type="pres">
      <dgm:prSet presAssocID="{4F5F0AB8-C9A0-4231-8923-7B75B4177B1D}" presName="vert2" presStyleCnt="0"/>
      <dgm:spPr/>
    </dgm:pt>
    <dgm:pt modelId="{47409E7C-5F0E-474E-85A6-02518601C6C6}" type="pres">
      <dgm:prSet presAssocID="{4F5F0AB8-C9A0-4231-8923-7B75B4177B1D}" presName="thinLine2b" presStyleLbl="callout" presStyleIdx="2" presStyleCnt="5"/>
      <dgm:spPr/>
    </dgm:pt>
    <dgm:pt modelId="{F8422401-B234-4737-9BD8-36FAB18085B3}" type="pres">
      <dgm:prSet presAssocID="{4F5F0AB8-C9A0-4231-8923-7B75B4177B1D}" presName="vertSpace2b" presStyleCnt="0"/>
      <dgm:spPr/>
    </dgm:pt>
    <dgm:pt modelId="{3DB21B61-CB84-4843-ACFD-38869BDE8D67}" type="pres">
      <dgm:prSet presAssocID="{D6716046-B3F5-4917-81A2-6B1577C2EC23}" presName="horz2" presStyleCnt="0"/>
      <dgm:spPr/>
    </dgm:pt>
    <dgm:pt modelId="{C4DFA944-DD6A-47E3-8765-BB047431080B}" type="pres">
      <dgm:prSet presAssocID="{D6716046-B3F5-4917-81A2-6B1577C2EC23}" presName="horzSpace2" presStyleCnt="0"/>
      <dgm:spPr/>
    </dgm:pt>
    <dgm:pt modelId="{BB08BD5D-83C2-4C01-846E-5DD8815D03B1}" type="pres">
      <dgm:prSet presAssocID="{D6716046-B3F5-4917-81A2-6B1577C2EC23}" presName="tx2" presStyleLbl="revTx" presStyleIdx="4" presStyleCnt="6"/>
      <dgm:spPr/>
    </dgm:pt>
    <dgm:pt modelId="{ECDAEE44-82B3-4E0B-BF0F-C1353CBC1EE4}" type="pres">
      <dgm:prSet presAssocID="{D6716046-B3F5-4917-81A2-6B1577C2EC23}" presName="vert2" presStyleCnt="0"/>
      <dgm:spPr/>
    </dgm:pt>
    <dgm:pt modelId="{6F41BBDC-46B5-4869-A61A-A16A1B36A0A7}" type="pres">
      <dgm:prSet presAssocID="{D6716046-B3F5-4917-81A2-6B1577C2EC23}" presName="thinLine2b" presStyleLbl="callout" presStyleIdx="3" presStyleCnt="5"/>
      <dgm:spPr/>
    </dgm:pt>
    <dgm:pt modelId="{EA1E3DD8-4B3F-4443-994F-761B4E2C77CB}" type="pres">
      <dgm:prSet presAssocID="{D6716046-B3F5-4917-81A2-6B1577C2EC23}" presName="vertSpace2b" presStyleCnt="0"/>
      <dgm:spPr/>
    </dgm:pt>
    <dgm:pt modelId="{F486A668-18B0-40CC-BC8D-14173CA05AB5}" type="pres">
      <dgm:prSet presAssocID="{6154AE77-6FC7-427A-9DB2-7C00B79E07A8}" presName="horz2" presStyleCnt="0"/>
      <dgm:spPr/>
    </dgm:pt>
    <dgm:pt modelId="{33F863F3-97B5-4E12-9FCA-541AD1BD3B26}" type="pres">
      <dgm:prSet presAssocID="{6154AE77-6FC7-427A-9DB2-7C00B79E07A8}" presName="horzSpace2" presStyleCnt="0"/>
      <dgm:spPr/>
    </dgm:pt>
    <dgm:pt modelId="{BED682C0-A71E-4018-98FF-B6EE8E4DAD26}" type="pres">
      <dgm:prSet presAssocID="{6154AE77-6FC7-427A-9DB2-7C00B79E07A8}" presName="tx2" presStyleLbl="revTx" presStyleIdx="5" presStyleCnt="6"/>
      <dgm:spPr/>
    </dgm:pt>
    <dgm:pt modelId="{34EB3AE8-A95C-4F9F-8ACC-339C9C8F3E8C}" type="pres">
      <dgm:prSet presAssocID="{6154AE77-6FC7-427A-9DB2-7C00B79E07A8}" presName="vert2" presStyleCnt="0"/>
      <dgm:spPr/>
    </dgm:pt>
    <dgm:pt modelId="{3BE788DE-D924-40B0-A939-8BDFCE8CBB2E}" type="pres">
      <dgm:prSet presAssocID="{6154AE77-6FC7-427A-9DB2-7C00B79E07A8}" presName="thinLine2b" presStyleLbl="callout" presStyleIdx="4" presStyleCnt="5"/>
      <dgm:spPr/>
    </dgm:pt>
    <dgm:pt modelId="{3729ED66-D080-49AE-A42F-AA33193131E5}" type="pres">
      <dgm:prSet presAssocID="{6154AE77-6FC7-427A-9DB2-7C00B79E07A8}" presName="vertSpace2b" presStyleCnt="0"/>
      <dgm:spPr/>
    </dgm:pt>
  </dgm:ptLst>
  <dgm:cxnLst>
    <dgm:cxn modelId="{70A2EF2E-A1BC-4B9A-9191-1B5D50309ED5}" type="presOf" srcId="{4F5F0AB8-C9A0-4231-8923-7B75B4177B1D}" destId="{98E4EFA4-8194-4C8C-BBAF-DD3C79D6F33B}" srcOrd="0" destOrd="0" presId="urn:microsoft.com/office/officeart/2008/layout/LinedList"/>
    <dgm:cxn modelId="{7008D762-48DF-425E-B949-9D93DA4128F2}" srcId="{184BA371-80E8-4B7E-9C4D-21FE4350CF77}" destId="{53769FC6-7D26-4A02-A9FE-9EE8EAABBA70}" srcOrd="0" destOrd="0" parTransId="{81B6B31F-74DA-4089-93E6-2E39822B6288}" sibTransId="{228CD9B5-D83B-4CF6-ACCE-FCE1E54BE87B}"/>
    <dgm:cxn modelId="{351B8D64-E36A-4BD6-87B9-0A79317DC143}" srcId="{53769FC6-7D26-4A02-A9FE-9EE8EAABBA70}" destId="{D6716046-B3F5-4917-81A2-6B1577C2EC23}" srcOrd="3" destOrd="0" parTransId="{F991C067-8B4A-437E-B238-C8455D7B7B03}" sibTransId="{11D11216-2F67-48BE-9FA2-78E8120A7AF6}"/>
    <dgm:cxn modelId="{1369166E-15A9-47CA-952F-4F2F873B0A56}" type="presOf" srcId="{6154AE77-6FC7-427A-9DB2-7C00B79E07A8}" destId="{BED682C0-A71E-4018-98FF-B6EE8E4DAD26}" srcOrd="0" destOrd="0" presId="urn:microsoft.com/office/officeart/2008/layout/LinedList"/>
    <dgm:cxn modelId="{2A2D7471-EF63-4B2E-84E9-EB5D30D1B176}" type="presOf" srcId="{BCA1CE34-B016-4E2E-8D3A-472FA282A43A}" destId="{DBF1FB8D-02FE-43AB-B11D-C51A1222056D}" srcOrd="0" destOrd="0" presId="urn:microsoft.com/office/officeart/2008/layout/LinedList"/>
    <dgm:cxn modelId="{B4988B75-F1AF-44EF-9213-FB454695EA18}" type="presOf" srcId="{77E7F9F8-7834-44BA-AAE7-851985D79D25}" destId="{2BD2D42C-78FF-409E-826C-CD427B8E9ED6}" srcOrd="0" destOrd="0" presId="urn:microsoft.com/office/officeart/2008/layout/LinedList"/>
    <dgm:cxn modelId="{6B2D04A1-562D-4366-AB00-0599C67A03BA}" srcId="{53769FC6-7D26-4A02-A9FE-9EE8EAABBA70}" destId="{77E7F9F8-7834-44BA-AAE7-851985D79D25}" srcOrd="0" destOrd="0" parTransId="{31185B07-B5D3-436A-A559-20DD03C815C5}" sibTransId="{2258C2D0-2ACF-4172-8C60-5A666C281E28}"/>
    <dgm:cxn modelId="{CF71D4A1-BCDA-4937-AB76-57A22E4C5241}" srcId="{53769FC6-7D26-4A02-A9FE-9EE8EAABBA70}" destId="{6154AE77-6FC7-427A-9DB2-7C00B79E07A8}" srcOrd="4" destOrd="0" parTransId="{EB052E38-96FF-4EF6-A18E-BB52FFD4E510}" sibTransId="{3C8B829A-E232-4E1A-A00A-4F04B23FC0FD}"/>
    <dgm:cxn modelId="{DABEB3AC-C1BE-4AA3-8CD3-16ED5429D67B}" type="presOf" srcId="{53769FC6-7D26-4A02-A9FE-9EE8EAABBA70}" destId="{B9C1E14C-24B3-46AE-88BE-8B2527D129D4}" srcOrd="0" destOrd="0" presId="urn:microsoft.com/office/officeart/2008/layout/LinedList"/>
    <dgm:cxn modelId="{0EBC22B5-B337-4C99-8DAD-2B9B6B274CB4}" type="presOf" srcId="{D6716046-B3F5-4917-81A2-6B1577C2EC23}" destId="{BB08BD5D-83C2-4C01-846E-5DD8815D03B1}" srcOrd="0" destOrd="0" presId="urn:microsoft.com/office/officeart/2008/layout/LinedList"/>
    <dgm:cxn modelId="{5FFD02C2-42A3-4327-9873-4669396EB5FE}" type="presOf" srcId="{184BA371-80E8-4B7E-9C4D-21FE4350CF77}" destId="{09B68377-BBDE-445F-83B0-76434E3343AC}" srcOrd="0" destOrd="0" presId="urn:microsoft.com/office/officeart/2008/layout/LinedList"/>
    <dgm:cxn modelId="{4482E1C4-F4E7-40E2-9B40-64F035A27D88}" srcId="{53769FC6-7D26-4A02-A9FE-9EE8EAABBA70}" destId="{4F5F0AB8-C9A0-4231-8923-7B75B4177B1D}" srcOrd="2" destOrd="0" parTransId="{8BE2F054-87D6-4755-927F-4AB84D004ED7}" sibTransId="{EF5BB130-ACA8-46DF-ACA7-F6F86210504B}"/>
    <dgm:cxn modelId="{C92C50E6-460C-4499-8CE3-04C819F01DE7}" srcId="{53769FC6-7D26-4A02-A9FE-9EE8EAABBA70}" destId="{BCA1CE34-B016-4E2E-8D3A-472FA282A43A}" srcOrd="1" destOrd="0" parTransId="{3881DB19-348E-4CEC-8445-77A5F656912E}" sibTransId="{7E4C2BA4-AA73-46A8-B492-00A65F02FB7B}"/>
    <dgm:cxn modelId="{A51835F3-35C3-4DCF-8F46-0F463BEF550F}" type="presParOf" srcId="{09B68377-BBDE-445F-83B0-76434E3343AC}" destId="{B4C77314-D356-4161-80C0-7007B66AF417}" srcOrd="0" destOrd="0" presId="urn:microsoft.com/office/officeart/2008/layout/LinedList"/>
    <dgm:cxn modelId="{3829AFA2-C9F3-4DE7-966D-0FE58D4838E7}" type="presParOf" srcId="{09B68377-BBDE-445F-83B0-76434E3343AC}" destId="{87A8D2C1-3C78-4D17-9F2C-9237F62EF970}" srcOrd="1" destOrd="0" presId="urn:microsoft.com/office/officeart/2008/layout/LinedList"/>
    <dgm:cxn modelId="{581A5D50-F603-4DA0-9EBC-1735C8779A53}" type="presParOf" srcId="{87A8D2C1-3C78-4D17-9F2C-9237F62EF970}" destId="{B9C1E14C-24B3-46AE-88BE-8B2527D129D4}" srcOrd="0" destOrd="0" presId="urn:microsoft.com/office/officeart/2008/layout/LinedList"/>
    <dgm:cxn modelId="{06797FFB-D574-4AA0-8E5C-162F7EF6B3D1}" type="presParOf" srcId="{87A8D2C1-3C78-4D17-9F2C-9237F62EF970}" destId="{F4B93C8F-5105-4EC1-989A-7914326B854E}" srcOrd="1" destOrd="0" presId="urn:microsoft.com/office/officeart/2008/layout/LinedList"/>
    <dgm:cxn modelId="{B43401B2-E475-4630-91EE-0A983B7C61D7}" type="presParOf" srcId="{F4B93C8F-5105-4EC1-989A-7914326B854E}" destId="{2914127B-665B-4710-9166-F31EEBFB54C3}" srcOrd="0" destOrd="0" presId="urn:microsoft.com/office/officeart/2008/layout/LinedList"/>
    <dgm:cxn modelId="{E083F842-FD39-4D1A-94A3-0F1FB2A250D4}" type="presParOf" srcId="{F4B93C8F-5105-4EC1-989A-7914326B854E}" destId="{8BFC0DE0-7CE9-4BCE-AA52-E67F0B712222}" srcOrd="1" destOrd="0" presId="urn:microsoft.com/office/officeart/2008/layout/LinedList"/>
    <dgm:cxn modelId="{09E7BF0C-8CC3-46C2-BDBA-391DFA26A1D3}" type="presParOf" srcId="{8BFC0DE0-7CE9-4BCE-AA52-E67F0B712222}" destId="{E9780A70-E7D5-48E1-9778-F82E706B6048}" srcOrd="0" destOrd="0" presId="urn:microsoft.com/office/officeart/2008/layout/LinedList"/>
    <dgm:cxn modelId="{5D90554B-9BCB-4646-BB92-1683A8CB8B63}" type="presParOf" srcId="{8BFC0DE0-7CE9-4BCE-AA52-E67F0B712222}" destId="{2BD2D42C-78FF-409E-826C-CD427B8E9ED6}" srcOrd="1" destOrd="0" presId="urn:microsoft.com/office/officeart/2008/layout/LinedList"/>
    <dgm:cxn modelId="{21644FF9-438F-489B-B1FA-83A7D9F3A0AA}" type="presParOf" srcId="{8BFC0DE0-7CE9-4BCE-AA52-E67F0B712222}" destId="{11875E7C-20F8-4257-894C-1CEC31053B9F}" srcOrd="2" destOrd="0" presId="urn:microsoft.com/office/officeart/2008/layout/LinedList"/>
    <dgm:cxn modelId="{7FF9D1A0-71E8-4C70-8AA2-747A60DB92DF}" type="presParOf" srcId="{F4B93C8F-5105-4EC1-989A-7914326B854E}" destId="{C93625FE-B6DB-4E35-9CEB-0DCFD09DEC21}" srcOrd="2" destOrd="0" presId="urn:microsoft.com/office/officeart/2008/layout/LinedList"/>
    <dgm:cxn modelId="{638F4C30-821C-4DFF-8E95-70466D53817E}" type="presParOf" srcId="{F4B93C8F-5105-4EC1-989A-7914326B854E}" destId="{8328398B-6F4F-4A8A-81DF-DBC0683160E8}" srcOrd="3" destOrd="0" presId="urn:microsoft.com/office/officeart/2008/layout/LinedList"/>
    <dgm:cxn modelId="{E82858E3-134D-43DD-94C1-0021777CC9F6}" type="presParOf" srcId="{F4B93C8F-5105-4EC1-989A-7914326B854E}" destId="{054940B6-1D84-4A47-8FD6-DD1A72FB6782}" srcOrd="4" destOrd="0" presId="urn:microsoft.com/office/officeart/2008/layout/LinedList"/>
    <dgm:cxn modelId="{742F6615-8018-4E46-AD88-85F5465247AF}" type="presParOf" srcId="{054940B6-1D84-4A47-8FD6-DD1A72FB6782}" destId="{8B9C423C-8C11-4D94-920C-83DF0525B6FE}" srcOrd="0" destOrd="0" presId="urn:microsoft.com/office/officeart/2008/layout/LinedList"/>
    <dgm:cxn modelId="{C47428D4-B7A3-4DD1-BD47-6D9AAE5E37D0}" type="presParOf" srcId="{054940B6-1D84-4A47-8FD6-DD1A72FB6782}" destId="{DBF1FB8D-02FE-43AB-B11D-C51A1222056D}" srcOrd="1" destOrd="0" presId="urn:microsoft.com/office/officeart/2008/layout/LinedList"/>
    <dgm:cxn modelId="{0EF386DB-E32A-41A3-995D-5BD8F4D7129B}" type="presParOf" srcId="{054940B6-1D84-4A47-8FD6-DD1A72FB6782}" destId="{800CF796-6E2F-4962-A114-F84703E230F8}" srcOrd="2" destOrd="0" presId="urn:microsoft.com/office/officeart/2008/layout/LinedList"/>
    <dgm:cxn modelId="{31D1FC45-0ABE-4597-8BC2-36EC6E854F91}" type="presParOf" srcId="{F4B93C8F-5105-4EC1-989A-7914326B854E}" destId="{FB743A36-BAA1-4A84-988D-05BEBD4DEC01}" srcOrd="5" destOrd="0" presId="urn:microsoft.com/office/officeart/2008/layout/LinedList"/>
    <dgm:cxn modelId="{88FD13D4-EAAF-4B4E-BFA5-112FC1CE29A3}" type="presParOf" srcId="{F4B93C8F-5105-4EC1-989A-7914326B854E}" destId="{4328D4A4-7E32-4313-A327-FCF569A486EE}" srcOrd="6" destOrd="0" presId="urn:microsoft.com/office/officeart/2008/layout/LinedList"/>
    <dgm:cxn modelId="{91E92303-F175-4FDD-AA5E-DAB1587AF096}" type="presParOf" srcId="{F4B93C8F-5105-4EC1-989A-7914326B854E}" destId="{5D87BE57-7328-4C93-8619-262886629F75}" srcOrd="7" destOrd="0" presId="urn:microsoft.com/office/officeart/2008/layout/LinedList"/>
    <dgm:cxn modelId="{54DAE8EB-72C8-4B8B-A115-D16B371E3563}" type="presParOf" srcId="{5D87BE57-7328-4C93-8619-262886629F75}" destId="{8A2D4192-8A00-45C2-851A-5AE987B4969F}" srcOrd="0" destOrd="0" presId="urn:microsoft.com/office/officeart/2008/layout/LinedList"/>
    <dgm:cxn modelId="{3E2B589C-DDDD-4870-B657-1918EB5733DC}" type="presParOf" srcId="{5D87BE57-7328-4C93-8619-262886629F75}" destId="{98E4EFA4-8194-4C8C-BBAF-DD3C79D6F33B}" srcOrd="1" destOrd="0" presId="urn:microsoft.com/office/officeart/2008/layout/LinedList"/>
    <dgm:cxn modelId="{EAF51DA7-0B2C-4EC9-9A66-6939AEA3EBAD}" type="presParOf" srcId="{5D87BE57-7328-4C93-8619-262886629F75}" destId="{C84CE7A4-C4EA-4C85-B48E-F70A9088AB6E}" srcOrd="2" destOrd="0" presId="urn:microsoft.com/office/officeart/2008/layout/LinedList"/>
    <dgm:cxn modelId="{C6071EF0-F974-44AC-B648-FFC78CDD28F5}" type="presParOf" srcId="{F4B93C8F-5105-4EC1-989A-7914326B854E}" destId="{47409E7C-5F0E-474E-85A6-02518601C6C6}" srcOrd="8" destOrd="0" presId="urn:microsoft.com/office/officeart/2008/layout/LinedList"/>
    <dgm:cxn modelId="{236A6EAC-ED34-4B3F-BD8F-5FBC8FD76337}" type="presParOf" srcId="{F4B93C8F-5105-4EC1-989A-7914326B854E}" destId="{F8422401-B234-4737-9BD8-36FAB18085B3}" srcOrd="9" destOrd="0" presId="urn:microsoft.com/office/officeart/2008/layout/LinedList"/>
    <dgm:cxn modelId="{A7F77281-9F77-4C40-A66F-D1A5601D9833}" type="presParOf" srcId="{F4B93C8F-5105-4EC1-989A-7914326B854E}" destId="{3DB21B61-CB84-4843-ACFD-38869BDE8D67}" srcOrd="10" destOrd="0" presId="urn:microsoft.com/office/officeart/2008/layout/LinedList"/>
    <dgm:cxn modelId="{559DBD15-4DBD-4974-945C-4A81AB9A1E77}" type="presParOf" srcId="{3DB21B61-CB84-4843-ACFD-38869BDE8D67}" destId="{C4DFA944-DD6A-47E3-8765-BB047431080B}" srcOrd="0" destOrd="0" presId="urn:microsoft.com/office/officeart/2008/layout/LinedList"/>
    <dgm:cxn modelId="{78ABB090-B915-49F9-8FF7-8FE4F5A10D98}" type="presParOf" srcId="{3DB21B61-CB84-4843-ACFD-38869BDE8D67}" destId="{BB08BD5D-83C2-4C01-846E-5DD8815D03B1}" srcOrd="1" destOrd="0" presId="urn:microsoft.com/office/officeart/2008/layout/LinedList"/>
    <dgm:cxn modelId="{7E12AF88-3988-499C-A46F-0AF287865D93}" type="presParOf" srcId="{3DB21B61-CB84-4843-ACFD-38869BDE8D67}" destId="{ECDAEE44-82B3-4E0B-BF0F-C1353CBC1EE4}" srcOrd="2" destOrd="0" presId="urn:microsoft.com/office/officeart/2008/layout/LinedList"/>
    <dgm:cxn modelId="{53D984F9-067F-4445-863F-63444F675D97}" type="presParOf" srcId="{F4B93C8F-5105-4EC1-989A-7914326B854E}" destId="{6F41BBDC-46B5-4869-A61A-A16A1B36A0A7}" srcOrd="11" destOrd="0" presId="urn:microsoft.com/office/officeart/2008/layout/LinedList"/>
    <dgm:cxn modelId="{BCF8F91B-851D-4670-91F6-B15D71093B25}" type="presParOf" srcId="{F4B93C8F-5105-4EC1-989A-7914326B854E}" destId="{EA1E3DD8-4B3F-4443-994F-761B4E2C77CB}" srcOrd="12" destOrd="0" presId="urn:microsoft.com/office/officeart/2008/layout/LinedList"/>
    <dgm:cxn modelId="{9BDD31AA-A64E-4F12-9CBF-C45F711BDD7B}" type="presParOf" srcId="{F4B93C8F-5105-4EC1-989A-7914326B854E}" destId="{F486A668-18B0-40CC-BC8D-14173CA05AB5}" srcOrd="13" destOrd="0" presId="urn:microsoft.com/office/officeart/2008/layout/LinedList"/>
    <dgm:cxn modelId="{90BFF252-C155-43C9-B320-1647A79A7791}" type="presParOf" srcId="{F486A668-18B0-40CC-BC8D-14173CA05AB5}" destId="{33F863F3-97B5-4E12-9FCA-541AD1BD3B26}" srcOrd="0" destOrd="0" presId="urn:microsoft.com/office/officeart/2008/layout/LinedList"/>
    <dgm:cxn modelId="{EB0E9545-9A65-4FDF-9FE7-CC2B577C6EBC}" type="presParOf" srcId="{F486A668-18B0-40CC-BC8D-14173CA05AB5}" destId="{BED682C0-A71E-4018-98FF-B6EE8E4DAD26}" srcOrd="1" destOrd="0" presId="urn:microsoft.com/office/officeart/2008/layout/LinedList"/>
    <dgm:cxn modelId="{9542D9FB-95C0-4F1A-9599-01F851730ABC}" type="presParOf" srcId="{F486A668-18B0-40CC-BC8D-14173CA05AB5}" destId="{34EB3AE8-A95C-4F9F-8ACC-339C9C8F3E8C}" srcOrd="2" destOrd="0" presId="urn:microsoft.com/office/officeart/2008/layout/LinedList"/>
    <dgm:cxn modelId="{69683104-750F-4C21-BFFB-4ECD140B513B}" type="presParOf" srcId="{F4B93C8F-5105-4EC1-989A-7914326B854E}" destId="{3BE788DE-D924-40B0-A939-8BDFCE8CBB2E}" srcOrd="14" destOrd="0" presId="urn:microsoft.com/office/officeart/2008/layout/LinedList"/>
    <dgm:cxn modelId="{443D6CCC-38B3-4218-A707-82B7D680C592}" type="presParOf" srcId="{F4B93C8F-5105-4EC1-989A-7914326B854E}" destId="{3729ED66-D080-49AE-A42F-AA33193131E5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17EA267-5D07-4B55-91E7-C107B4BCED3F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1CFC0C8-C1ED-4697-AD71-050E6ED8AF4C}">
      <dgm:prSet phldrT="[Text]"/>
      <dgm:spPr/>
      <dgm:t>
        <a:bodyPr/>
        <a:lstStyle/>
        <a:p>
          <a:pPr>
            <a:buClrTx/>
            <a:buSzTx/>
          </a:pPr>
          <a:r>
            <a:rPr kumimoji="0" lang="en-US" altLang="en-US" b="0" i="0" u="none" strike="noStrike" cap="none" normalizeH="0" baseline="0" dirty="0">
              <a:effectLst/>
              <a:latin typeface="Roboto" panose="02000000000000000000" pitchFamily="2" charset="0"/>
              <a:ea typeface="Roboto" panose="02000000000000000000" pitchFamily="2" charset="0"/>
            </a:rPr>
            <a:t>Single-user architecture </a:t>
          </a:r>
          <a:endParaRPr lang="en-US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BAF75971-F7B9-4918-A1B8-EB62DAD50E06}" type="parTrans" cxnId="{74764972-8386-4DE7-9D8A-749DEE2670A6}">
      <dgm:prSet/>
      <dgm:spPr/>
      <dgm:t>
        <a:bodyPr/>
        <a:lstStyle/>
        <a:p>
          <a:endParaRPr lang="en-US"/>
        </a:p>
      </dgm:t>
    </dgm:pt>
    <dgm:pt modelId="{ED6A853B-33DD-490D-AA55-F90C542646CD}" type="sibTrans" cxnId="{74764972-8386-4DE7-9D8A-749DEE2670A6}">
      <dgm:prSet/>
      <dgm:spPr/>
      <dgm:t>
        <a:bodyPr/>
        <a:lstStyle/>
        <a:p>
          <a:endParaRPr lang="en-US"/>
        </a:p>
      </dgm:t>
    </dgm:pt>
    <dgm:pt modelId="{3D98C212-4BF2-4587-A543-32F7F924E582}">
      <dgm:prSet/>
      <dgm:spPr/>
      <dgm:t>
        <a:bodyPr/>
        <a:lstStyle/>
        <a:p>
          <a:r>
            <a:rPr kumimoji="0" lang="en-US" altLang="en-US" b="0" i="0" u="none" strike="noStrike" cap="none" normalizeH="0" baseline="0" dirty="0">
              <a:effectLst/>
              <a:latin typeface="Roboto" panose="02000000000000000000" pitchFamily="2" charset="0"/>
              <a:ea typeface="Roboto" panose="02000000000000000000" pitchFamily="2" charset="0"/>
            </a:rPr>
            <a:t>Internet/API dependency </a:t>
          </a:r>
        </a:p>
      </dgm:t>
    </dgm:pt>
    <dgm:pt modelId="{3DE6E4B7-FADD-4C6C-A48D-1362FE80A63A}" type="parTrans" cxnId="{3A4D47BF-638F-419C-BCB9-37988EE1DC22}">
      <dgm:prSet/>
      <dgm:spPr/>
      <dgm:t>
        <a:bodyPr/>
        <a:lstStyle/>
        <a:p>
          <a:endParaRPr lang="en-US"/>
        </a:p>
      </dgm:t>
    </dgm:pt>
    <dgm:pt modelId="{1383DCF4-1E42-4DB5-9348-2E864BCA316B}" type="sibTrans" cxnId="{3A4D47BF-638F-419C-BCB9-37988EE1DC22}">
      <dgm:prSet/>
      <dgm:spPr/>
      <dgm:t>
        <a:bodyPr/>
        <a:lstStyle/>
        <a:p>
          <a:endParaRPr lang="en-US"/>
        </a:p>
      </dgm:t>
    </dgm:pt>
    <dgm:pt modelId="{3399AF6F-042A-4063-9CC5-8490AEE1AA23}">
      <dgm:prSet/>
      <dgm:spPr/>
      <dgm:t>
        <a:bodyPr/>
        <a:lstStyle/>
        <a:p>
          <a:r>
            <a:rPr kumimoji="0" lang="en-US" altLang="en-US" b="0" i="0" u="none" strike="noStrike" cap="none" normalizeH="0" baseline="0" dirty="0">
              <a:effectLst/>
              <a:latin typeface="Roboto" panose="02000000000000000000" pitchFamily="2" charset="0"/>
              <a:ea typeface="Roboto" panose="02000000000000000000" pitchFamily="2" charset="0"/>
            </a:rPr>
            <a:t>Manual n8n execution required </a:t>
          </a:r>
        </a:p>
      </dgm:t>
    </dgm:pt>
    <dgm:pt modelId="{3606F4A6-7360-4CAD-BFD0-6DEC7C661906}" type="parTrans" cxnId="{DA16745C-59CF-4429-8873-D61B3D61BDF8}">
      <dgm:prSet/>
      <dgm:spPr/>
      <dgm:t>
        <a:bodyPr/>
        <a:lstStyle/>
        <a:p>
          <a:endParaRPr lang="en-US"/>
        </a:p>
      </dgm:t>
    </dgm:pt>
    <dgm:pt modelId="{612723C8-3EDF-49E7-80FE-5201F5837322}" type="sibTrans" cxnId="{DA16745C-59CF-4429-8873-D61B3D61BDF8}">
      <dgm:prSet/>
      <dgm:spPr/>
      <dgm:t>
        <a:bodyPr/>
        <a:lstStyle/>
        <a:p>
          <a:endParaRPr lang="en-US"/>
        </a:p>
      </dgm:t>
    </dgm:pt>
    <dgm:pt modelId="{BD8C67A5-FD99-4C18-83C4-2BE4D4FED21F}">
      <dgm:prSet/>
      <dgm:spPr/>
      <dgm:t>
        <a:bodyPr/>
        <a:lstStyle/>
        <a:p>
          <a:r>
            <a:rPr kumimoji="0" lang="en-US" altLang="en-US" b="0" i="0" u="none" strike="noStrike" cap="none" normalizeH="0" baseline="0" dirty="0">
              <a:effectLst/>
              <a:latin typeface="Roboto" panose="02000000000000000000" pitchFamily="2" charset="0"/>
              <a:ea typeface="Roboto" panose="02000000000000000000" pitchFamily="2" charset="0"/>
            </a:rPr>
            <a:t>Paid AI/API feature restrictions </a:t>
          </a:r>
        </a:p>
      </dgm:t>
    </dgm:pt>
    <dgm:pt modelId="{D4EB5035-183A-463B-962D-46D1B297BE63}" type="parTrans" cxnId="{CCECCFC0-6BFB-4898-B457-1F776A447F28}">
      <dgm:prSet/>
      <dgm:spPr/>
      <dgm:t>
        <a:bodyPr/>
        <a:lstStyle/>
        <a:p>
          <a:endParaRPr lang="en-US"/>
        </a:p>
      </dgm:t>
    </dgm:pt>
    <dgm:pt modelId="{DFEB47D0-DF9D-427A-AF01-7F155B5F7171}" type="sibTrans" cxnId="{CCECCFC0-6BFB-4898-B457-1F776A447F28}">
      <dgm:prSet/>
      <dgm:spPr/>
      <dgm:t>
        <a:bodyPr/>
        <a:lstStyle/>
        <a:p>
          <a:endParaRPr lang="en-US"/>
        </a:p>
      </dgm:t>
    </dgm:pt>
    <dgm:pt modelId="{9E5F341B-7D1B-4B79-8904-3B210BFB8734}">
      <dgm:prSet/>
      <dgm:spPr/>
      <dgm:t>
        <a:bodyPr/>
        <a:lstStyle/>
        <a:p>
          <a:r>
            <a:rPr kumimoji="0" lang="en-US" altLang="en-US" b="0" i="0" u="none" strike="noStrike" cap="none" normalizeH="0" baseline="0">
              <a:effectLst/>
              <a:latin typeface="Roboto" panose="02000000000000000000" pitchFamily="2" charset="0"/>
              <a:ea typeface="Roboto" panose="02000000000000000000" pitchFamily="2" charset="0"/>
            </a:rPr>
            <a:t>Limited error handling </a:t>
          </a:r>
        </a:p>
      </dgm:t>
    </dgm:pt>
    <dgm:pt modelId="{0BF07EF1-0350-482A-96F0-06401F7BABA4}" type="parTrans" cxnId="{43B57DFA-246E-49AB-98CA-21BA314ADE21}">
      <dgm:prSet/>
      <dgm:spPr/>
      <dgm:t>
        <a:bodyPr/>
        <a:lstStyle/>
        <a:p>
          <a:endParaRPr lang="en-US"/>
        </a:p>
      </dgm:t>
    </dgm:pt>
    <dgm:pt modelId="{45AA59CD-9577-41E5-A949-42A08231E27B}" type="sibTrans" cxnId="{43B57DFA-246E-49AB-98CA-21BA314ADE21}">
      <dgm:prSet/>
      <dgm:spPr/>
      <dgm:t>
        <a:bodyPr/>
        <a:lstStyle/>
        <a:p>
          <a:endParaRPr lang="en-US"/>
        </a:p>
      </dgm:t>
    </dgm:pt>
    <dgm:pt modelId="{6ED6B5E1-55AC-4C25-B0FF-D8FACB396EE4}">
      <dgm:prSet/>
      <dgm:spPr/>
      <dgm:t>
        <a:bodyPr/>
        <a:lstStyle/>
        <a:p>
          <a:r>
            <a:rPr kumimoji="0" lang="en-US" altLang="en-US" b="0" i="0" u="none" strike="noStrike" cap="none" normalizeH="0" baseline="0" dirty="0">
              <a:effectLst/>
              <a:latin typeface="Roboto" panose="02000000000000000000" pitchFamily="2" charset="0"/>
              <a:ea typeface="Roboto" panose="02000000000000000000" pitchFamily="2" charset="0"/>
            </a:rPr>
            <a:t>No voice command integration</a:t>
          </a:r>
        </a:p>
      </dgm:t>
    </dgm:pt>
    <dgm:pt modelId="{E986751C-4E7A-4356-82F8-0B67B4FF6FDC}" type="parTrans" cxnId="{0CEE44D0-127D-4C3D-9F15-9686E531A1CD}">
      <dgm:prSet/>
      <dgm:spPr/>
      <dgm:t>
        <a:bodyPr/>
        <a:lstStyle/>
        <a:p>
          <a:endParaRPr lang="en-US"/>
        </a:p>
      </dgm:t>
    </dgm:pt>
    <dgm:pt modelId="{0F7EEC89-C0A9-411A-B5A2-939232834061}" type="sibTrans" cxnId="{0CEE44D0-127D-4C3D-9F15-9686E531A1CD}">
      <dgm:prSet/>
      <dgm:spPr/>
      <dgm:t>
        <a:bodyPr/>
        <a:lstStyle/>
        <a:p>
          <a:endParaRPr lang="en-US"/>
        </a:p>
      </dgm:t>
    </dgm:pt>
    <dgm:pt modelId="{0831A649-E56F-4417-884E-18C9E71B9784}" type="pres">
      <dgm:prSet presAssocID="{B17EA267-5D07-4B55-91E7-C107B4BCED3F}" presName="vert0" presStyleCnt="0">
        <dgm:presLayoutVars>
          <dgm:dir/>
          <dgm:animOne val="branch"/>
          <dgm:animLvl val="lvl"/>
        </dgm:presLayoutVars>
      </dgm:prSet>
      <dgm:spPr/>
    </dgm:pt>
    <dgm:pt modelId="{3F3600CC-131B-4A5F-9B5A-FC5557E375B1}" type="pres">
      <dgm:prSet presAssocID="{A1CFC0C8-C1ED-4697-AD71-050E6ED8AF4C}" presName="thickLine" presStyleLbl="alignNode1" presStyleIdx="0" presStyleCnt="6"/>
      <dgm:spPr/>
    </dgm:pt>
    <dgm:pt modelId="{B74F454E-A5FE-415E-8527-7DCF118A5ED5}" type="pres">
      <dgm:prSet presAssocID="{A1CFC0C8-C1ED-4697-AD71-050E6ED8AF4C}" presName="horz1" presStyleCnt="0"/>
      <dgm:spPr/>
    </dgm:pt>
    <dgm:pt modelId="{AFEE6E4A-D8C6-4EA3-96C8-028DFDC937B3}" type="pres">
      <dgm:prSet presAssocID="{A1CFC0C8-C1ED-4697-AD71-050E6ED8AF4C}" presName="tx1" presStyleLbl="revTx" presStyleIdx="0" presStyleCnt="6"/>
      <dgm:spPr/>
    </dgm:pt>
    <dgm:pt modelId="{C22AAE47-85A6-4974-8B98-A1479861D3C2}" type="pres">
      <dgm:prSet presAssocID="{A1CFC0C8-C1ED-4697-AD71-050E6ED8AF4C}" presName="vert1" presStyleCnt="0"/>
      <dgm:spPr/>
    </dgm:pt>
    <dgm:pt modelId="{D24C9C87-FA8A-4B9F-9E8E-4CA68D235F05}" type="pres">
      <dgm:prSet presAssocID="{3D98C212-4BF2-4587-A543-32F7F924E582}" presName="thickLine" presStyleLbl="alignNode1" presStyleIdx="1" presStyleCnt="6"/>
      <dgm:spPr/>
    </dgm:pt>
    <dgm:pt modelId="{E86364F7-45BF-4528-8024-0FF7A0DAFB25}" type="pres">
      <dgm:prSet presAssocID="{3D98C212-4BF2-4587-A543-32F7F924E582}" presName="horz1" presStyleCnt="0"/>
      <dgm:spPr/>
    </dgm:pt>
    <dgm:pt modelId="{ECE98356-0CFD-4710-B82A-4D853B3AE746}" type="pres">
      <dgm:prSet presAssocID="{3D98C212-4BF2-4587-A543-32F7F924E582}" presName="tx1" presStyleLbl="revTx" presStyleIdx="1" presStyleCnt="6"/>
      <dgm:spPr/>
    </dgm:pt>
    <dgm:pt modelId="{50423AE7-2356-41C8-BD72-7872B0D3369B}" type="pres">
      <dgm:prSet presAssocID="{3D98C212-4BF2-4587-A543-32F7F924E582}" presName="vert1" presStyleCnt="0"/>
      <dgm:spPr/>
    </dgm:pt>
    <dgm:pt modelId="{D27D06A9-8A89-47DD-93DC-672E2EE2CF7E}" type="pres">
      <dgm:prSet presAssocID="{3399AF6F-042A-4063-9CC5-8490AEE1AA23}" presName="thickLine" presStyleLbl="alignNode1" presStyleIdx="2" presStyleCnt="6"/>
      <dgm:spPr/>
    </dgm:pt>
    <dgm:pt modelId="{C2440173-4D30-40A2-BD97-C495EFC7024A}" type="pres">
      <dgm:prSet presAssocID="{3399AF6F-042A-4063-9CC5-8490AEE1AA23}" presName="horz1" presStyleCnt="0"/>
      <dgm:spPr/>
    </dgm:pt>
    <dgm:pt modelId="{15F0A9DC-4548-4AFD-B736-7C12675CB447}" type="pres">
      <dgm:prSet presAssocID="{3399AF6F-042A-4063-9CC5-8490AEE1AA23}" presName="tx1" presStyleLbl="revTx" presStyleIdx="2" presStyleCnt="6"/>
      <dgm:spPr/>
    </dgm:pt>
    <dgm:pt modelId="{3F16BA7D-2944-43CE-9952-DA6DC4B79565}" type="pres">
      <dgm:prSet presAssocID="{3399AF6F-042A-4063-9CC5-8490AEE1AA23}" presName="vert1" presStyleCnt="0"/>
      <dgm:spPr/>
    </dgm:pt>
    <dgm:pt modelId="{498FE50A-96BA-4E58-BFCD-0642DAA5A0AC}" type="pres">
      <dgm:prSet presAssocID="{BD8C67A5-FD99-4C18-83C4-2BE4D4FED21F}" presName="thickLine" presStyleLbl="alignNode1" presStyleIdx="3" presStyleCnt="6"/>
      <dgm:spPr/>
    </dgm:pt>
    <dgm:pt modelId="{AB2E48AA-5C0C-4541-A662-F3DBB1012C0F}" type="pres">
      <dgm:prSet presAssocID="{BD8C67A5-FD99-4C18-83C4-2BE4D4FED21F}" presName="horz1" presStyleCnt="0"/>
      <dgm:spPr/>
    </dgm:pt>
    <dgm:pt modelId="{679CE4EF-BF89-446F-AB02-478CDFE8D2F6}" type="pres">
      <dgm:prSet presAssocID="{BD8C67A5-FD99-4C18-83C4-2BE4D4FED21F}" presName="tx1" presStyleLbl="revTx" presStyleIdx="3" presStyleCnt="6"/>
      <dgm:spPr/>
    </dgm:pt>
    <dgm:pt modelId="{6367B86F-8497-4D80-838A-C6C3405F7E19}" type="pres">
      <dgm:prSet presAssocID="{BD8C67A5-FD99-4C18-83C4-2BE4D4FED21F}" presName="vert1" presStyleCnt="0"/>
      <dgm:spPr/>
    </dgm:pt>
    <dgm:pt modelId="{AB274902-BEAF-4073-BA5D-17AF90E88B22}" type="pres">
      <dgm:prSet presAssocID="{9E5F341B-7D1B-4B79-8904-3B210BFB8734}" presName="thickLine" presStyleLbl="alignNode1" presStyleIdx="4" presStyleCnt="6"/>
      <dgm:spPr/>
    </dgm:pt>
    <dgm:pt modelId="{A5A19F30-7683-4CAE-A4DD-39944F355C67}" type="pres">
      <dgm:prSet presAssocID="{9E5F341B-7D1B-4B79-8904-3B210BFB8734}" presName="horz1" presStyleCnt="0"/>
      <dgm:spPr/>
    </dgm:pt>
    <dgm:pt modelId="{9DD67311-09F9-43EF-B5BA-B9B4FF93485B}" type="pres">
      <dgm:prSet presAssocID="{9E5F341B-7D1B-4B79-8904-3B210BFB8734}" presName="tx1" presStyleLbl="revTx" presStyleIdx="4" presStyleCnt="6"/>
      <dgm:spPr/>
    </dgm:pt>
    <dgm:pt modelId="{53EA0E86-2E2D-4AF2-A17D-5640125F3D78}" type="pres">
      <dgm:prSet presAssocID="{9E5F341B-7D1B-4B79-8904-3B210BFB8734}" presName="vert1" presStyleCnt="0"/>
      <dgm:spPr/>
    </dgm:pt>
    <dgm:pt modelId="{351DC3C3-4D2D-414D-A7EE-5A026646E277}" type="pres">
      <dgm:prSet presAssocID="{6ED6B5E1-55AC-4C25-B0FF-D8FACB396EE4}" presName="thickLine" presStyleLbl="alignNode1" presStyleIdx="5" presStyleCnt="6"/>
      <dgm:spPr/>
    </dgm:pt>
    <dgm:pt modelId="{B94E3801-BAC0-46CD-901F-C128ACE22D04}" type="pres">
      <dgm:prSet presAssocID="{6ED6B5E1-55AC-4C25-B0FF-D8FACB396EE4}" presName="horz1" presStyleCnt="0"/>
      <dgm:spPr/>
    </dgm:pt>
    <dgm:pt modelId="{69994924-0C5F-4D30-8EF2-A91517251BEB}" type="pres">
      <dgm:prSet presAssocID="{6ED6B5E1-55AC-4C25-B0FF-D8FACB396EE4}" presName="tx1" presStyleLbl="revTx" presStyleIdx="5" presStyleCnt="6"/>
      <dgm:spPr/>
    </dgm:pt>
    <dgm:pt modelId="{0AB468A1-6CB5-4889-82E0-BA1F47EA7CEC}" type="pres">
      <dgm:prSet presAssocID="{6ED6B5E1-55AC-4C25-B0FF-D8FACB396EE4}" presName="vert1" presStyleCnt="0"/>
      <dgm:spPr/>
    </dgm:pt>
  </dgm:ptLst>
  <dgm:cxnLst>
    <dgm:cxn modelId="{7D919736-F478-4C08-9EBC-5235A33A4781}" type="presOf" srcId="{A1CFC0C8-C1ED-4697-AD71-050E6ED8AF4C}" destId="{AFEE6E4A-D8C6-4EA3-96C8-028DFDC937B3}" srcOrd="0" destOrd="0" presId="urn:microsoft.com/office/officeart/2008/layout/LinedList"/>
    <dgm:cxn modelId="{DA16745C-59CF-4429-8873-D61B3D61BDF8}" srcId="{B17EA267-5D07-4B55-91E7-C107B4BCED3F}" destId="{3399AF6F-042A-4063-9CC5-8490AEE1AA23}" srcOrd="2" destOrd="0" parTransId="{3606F4A6-7360-4CAD-BFD0-6DEC7C661906}" sibTransId="{612723C8-3EDF-49E7-80FE-5201F5837322}"/>
    <dgm:cxn modelId="{74764972-8386-4DE7-9D8A-749DEE2670A6}" srcId="{B17EA267-5D07-4B55-91E7-C107B4BCED3F}" destId="{A1CFC0C8-C1ED-4697-AD71-050E6ED8AF4C}" srcOrd="0" destOrd="0" parTransId="{BAF75971-F7B9-4918-A1B8-EB62DAD50E06}" sibTransId="{ED6A853B-33DD-490D-AA55-F90C542646CD}"/>
    <dgm:cxn modelId="{CAF1C084-4785-4CC3-8B16-26440FD4782E}" type="presOf" srcId="{3399AF6F-042A-4063-9CC5-8490AEE1AA23}" destId="{15F0A9DC-4548-4AFD-B736-7C12675CB447}" srcOrd="0" destOrd="0" presId="urn:microsoft.com/office/officeart/2008/layout/LinedList"/>
    <dgm:cxn modelId="{C64C89B9-634C-4882-A9F3-C08ABA0BF247}" type="presOf" srcId="{9E5F341B-7D1B-4B79-8904-3B210BFB8734}" destId="{9DD67311-09F9-43EF-B5BA-B9B4FF93485B}" srcOrd="0" destOrd="0" presId="urn:microsoft.com/office/officeart/2008/layout/LinedList"/>
    <dgm:cxn modelId="{FC1E78BA-AC18-4DBE-A06A-828FA1BC4437}" type="presOf" srcId="{3D98C212-4BF2-4587-A543-32F7F924E582}" destId="{ECE98356-0CFD-4710-B82A-4D853B3AE746}" srcOrd="0" destOrd="0" presId="urn:microsoft.com/office/officeart/2008/layout/LinedList"/>
    <dgm:cxn modelId="{3A4D47BF-638F-419C-BCB9-37988EE1DC22}" srcId="{B17EA267-5D07-4B55-91E7-C107B4BCED3F}" destId="{3D98C212-4BF2-4587-A543-32F7F924E582}" srcOrd="1" destOrd="0" parTransId="{3DE6E4B7-FADD-4C6C-A48D-1362FE80A63A}" sibTransId="{1383DCF4-1E42-4DB5-9348-2E864BCA316B}"/>
    <dgm:cxn modelId="{CCECCFC0-6BFB-4898-B457-1F776A447F28}" srcId="{B17EA267-5D07-4B55-91E7-C107B4BCED3F}" destId="{BD8C67A5-FD99-4C18-83C4-2BE4D4FED21F}" srcOrd="3" destOrd="0" parTransId="{D4EB5035-183A-463B-962D-46D1B297BE63}" sibTransId="{DFEB47D0-DF9D-427A-AF01-7F155B5F7171}"/>
    <dgm:cxn modelId="{1FCC8CCB-BD5C-4076-AC28-004813F27742}" type="presOf" srcId="{B17EA267-5D07-4B55-91E7-C107B4BCED3F}" destId="{0831A649-E56F-4417-884E-18C9E71B9784}" srcOrd="0" destOrd="0" presId="urn:microsoft.com/office/officeart/2008/layout/LinedList"/>
    <dgm:cxn modelId="{0CEE44D0-127D-4C3D-9F15-9686E531A1CD}" srcId="{B17EA267-5D07-4B55-91E7-C107B4BCED3F}" destId="{6ED6B5E1-55AC-4C25-B0FF-D8FACB396EE4}" srcOrd="5" destOrd="0" parTransId="{E986751C-4E7A-4356-82F8-0B67B4FF6FDC}" sibTransId="{0F7EEC89-C0A9-411A-B5A2-939232834061}"/>
    <dgm:cxn modelId="{5CD039E2-BC9F-4D90-B25C-3188DA945D63}" type="presOf" srcId="{BD8C67A5-FD99-4C18-83C4-2BE4D4FED21F}" destId="{679CE4EF-BF89-446F-AB02-478CDFE8D2F6}" srcOrd="0" destOrd="0" presId="urn:microsoft.com/office/officeart/2008/layout/LinedList"/>
    <dgm:cxn modelId="{43B57DFA-246E-49AB-98CA-21BA314ADE21}" srcId="{B17EA267-5D07-4B55-91E7-C107B4BCED3F}" destId="{9E5F341B-7D1B-4B79-8904-3B210BFB8734}" srcOrd="4" destOrd="0" parTransId="{0BF07EF1-0350-482A-96F0-06401F7BABA4}" sibTransId="{45AA59CD-9577-41E5-A949-42A08231E27B}"/>
    <dgm:cxn modelId="{5A33D8FB-D9F9-4B5D-974C-7CC6CFCF88C1}" type="presOf" srcId="{6ED6B5E1-55AC-4C25-B0FF-D8FACB396EE4}" destId="{69994924-0C5F-4D30-8EF2-A91517251BEB}" srcOrd="0" destOrd="0" presId="urn:microsoft.com/office/officeart/2008/layout/LinedList"/>
    <dgm:cxn modelId="{A6AFC792-7593-4D96-8B2C-5CB217FE657D}" type="presParOf" srcId="{0831A649-E56F-4417-884E-18C9E71B9784}" destId="{3F3600CC-131B-4A5F-9B5A-FC5557E375B1}" srcOrd="0" destOrd="0" presId="urn:microsoft.com/office/officeart/2008/layout/LinedList"/>
    <dgm:cxn modelId="{21BF030A-C1BA-4606-B26B-112A3E00D775}" type="presParOf" srcId="{0831A649-E56F-4417-884E-18C9E71B9784}" destId="{B74F454E-A5FE-415E-8527-7DCF118A5ED5}" srcOrd="1" destOrd="0" presId="urn:microsoft.com/office/officeart/2008/layout/LinedList"/>
    <dgm:cxn modelId="{91426912-94CF-466D-B328-E8A11D2BC262}" type="presParOf" srcId="{B74F454E-A5FE-415E-8527-7DCF118A5ED5}" destId="{AFEE6E4A-D8C6-4EA3-96C8-028DFDC937B3}" srcOrd="0" destOrd="0" presId="urn:microsoft.com/office/officeart/2008/layout/LinedList"/>
    <dgm:cxn modelId="{DA216A6B-18CD-4C77-B7D3-DE316740E914}" type="presParOf" srcId="{B74F454E-A5FE-415E-8527-7DCF118A5ED5}" destId="{C22AAE47-85A6-4974-8B98-A1479861D3C2}" srcOrd="1" destOrd="0" presId="urn:microsoft.com/office/officeart/2008/layout/LinedList"/>
    <dgm:cxn modelId="{37324058-A4E1-4227-9690-B9532C7D1F64}" type="presParOf" srcId="{0831A649-E56F-4417-884E-18C9E71B9784}" destId="{D24C9C87-FA8A-4B9F-9E8E-4CA68D235F05}" srcOrd="2" destOrd="0" presId="urn:microsoft.com/office/officeart/2008/layout/LinedList"/>
    <dgm:cxn modelId="{F75EB753-1D7F-4615-8757-68F9BE06B183}" type="presParOf" srcId="{0831A649-E56F-4417-884E-18C9E71B9784}" destId="{E86364F7-45BF-4528-8024-0FF7A0DAFB25}" srcOrd="3" destOrd="0" presId="urn:microsoft.com/office/officeart/2008/layout/LinedList"/>
    <dgm:cxn modelId="{8C3CE8EA-9CB6-4A01-A942-052C5541DB69}" type="presParOf" srcId="{E86364F7-45BF-4528-8024-0FF7A0DAFB25}" destId="{ECE98356-0CFD-4710-B82A-4D853B3AE746}" srcOrd="0" destOrd="0" presId="urn:microsoft.com/office/officeart/2008/layout/LinedList"/>
    <dgm:cxn modelId="{AE162044-15C8-4D6D-94E9-388D761E5E65}" type="presParOf" srcId="{E86364F7-45BF-4528-8024-0FF7A0DAFB25}" destId="{50423AE7-2356-41C8-BD72-7872B0D3369B}" srcOrd="1" destOrd="0" presId="urn:microsoft.com/office/officeart/2008/layout/LinedList"/>
    <dgm:cxn modelId="{B793D324-0E97-4741-8727-F9FCB5825906}" type="presParOf" srcId="{0831A649-E56F-4417-884E-18C9E71B9784}" destId="{D27D06A9-8A89-47DD-93DC-672E2EE2CF7E}" srcOrd="4" destOrd="0" presId="urn:microsoft.com/office/officeart/2008/layout/LinedList"/>
    <dgm:cxn modelId="{98BF268A-6F35-41DB-B63B-31CD4EC69B91}" type="presParOf" srcId="{0831A649-E56F-4417-884E-18C9E71B9784}" destId="{C2440173-4D30-40A2-BD97-C495EFC7024A}" srcOrd="5" destOrd="0" presId="urn:microsoft.com/office/officeart/2008/layout/LinedList"/>
    <dgm:cxn modelId="{68AE2D8D-1D14-484D-B59B-9511CCD6671F}" type="presParOf" srcId="{C2440173-4D30-40A2-BD97-C495EFC7024A}" destId="{15F0A9DC-4548-4AFD-B736-7C12675CB447}" srcOrd="0" destOrd="0" presId="urn:microsoft.com/office/officeart/2008/layout/LinedList"/>
    <dgm:cxn modelId="{260E44F0-CDD2-4DC5-9AB8-0755A1AA8A74}" type="presParOf" srcId="{C2440173-4D30-40A2-BD97-C495EFC7024A}" destId="{3F16BA7D-2944-43CE-9952-DA6DC4B79565}" srcOrd="1" destOrd="0" presId="urn:microsoft.com/office/officeart/2008/layout/LinedList"/>
    <dgm:cxn modelId="{216F2015-30F8-4F92-AD81-A18B65D8E01D}" type="presParOf" srcId="{0831A649-E56F-4417-884E-18C9E71B9784}" destId="{498FE50A-96BA-4E58-BFCD-0642DAA5A0AC}" srcOrd="6" destOrd="0" presId="urn:microsoft.com/office/officeart/2008/layout/LinedList"/>
    <dgm:cxn modelId="{B460AF3D-22B0-45B1-AE91-6AA09523F14C}" type="presParOf" srcId="{0831A649-E56F-4417-884E-18C9E71B9784}" destId="{AB2E48AA-5C0C-4541-A662-F3DBB1012C0F}" srcOrd="7" destOrd="0" presId="urn:microsoft.com/office/officeart/2008/layout/LinedList"/>
    <dgm:cxn modelId="{9D570923-0E80-419D-87B2-8E76B58F25D4}" type="presParOf" srcId="{AB2E48AA-5C0C-4541-A662-F3DBB1012C0F}" destId="{679CE4EF-BF89-446F-AB02-478CDFE8D2F6}" srcOrd="0" destOrd="0" presId="urn:microsoft.com/office/officeart/2008/layout/LinedList"/>
    <dgm:cxn modelId="{B84834EF-F36A-46E5-B1F7-EE9F52AE5020}" type="presParOf" srcId="{AB2E48AA-5C0C-4541-A662-F3DBB1012C0F}" destId="{6367B86F-8497-4D80-838A-C6C3405F7E19}" srcOrd="1" destOrd="0" presId="urn:microsoft.com/office/officeart/2008/layout/LinedList"/>
    <dgm:cxn modelId="{AA393F07-EAC3-4AC2-AA6D-653F87470D0C}" type="presParOf" srcId="{0831A649-E56F-4417-884E-18C9E71B9784}" destId="{AB274902-BEAF-4073-BA5D-17AF90E88B22}" srcOrd="8" destOrd="0" presId="urn:microsoft.com/office/officeart/2008/layout/LinedList"/>
    <dgm:cxn modelId="{60B30649-1380-4117-A224-D1CE14CE7C14}" type="presParOf" srcId="{0831A649-E56F-4417-884E-18C9E71B9784}" destId="{A5A19F30-7683-4CAE-A4DD-39944F355C67}" srcOrd="9" destOrd="0" presId="urn:microsoft.com/office/officeart/2008/layout/LinedList"/>
    <dgm:cxn modelId="{8662A0C7-8D88-4EE3-85AA-BCAD681F7667}" type="presParOf" srcId="{A5A19F30-7683-4CAE-A4DD-39944F355C67}" destId="{9DD67311-09F9-43EF-B5BA-B9B4FF93485B}" srcOrd="0" destOrd="0" presId="urn:microsoft.com/office/officeart/2008/layout/LinedList"/>
    <dgm:cxn modelId="{7DD4B190-F823-456B-960D-01830CA24E6C}" type="presParOf" srcId="{A5A19F30-7683-4CAE-A4DD-39944F355C67}" destId="{53EA0E86-2E2D-4AF2-A17D-5640125F3D78}" srcOrd="1" destOrd="0" presId="urn:microsoft.com/office/officeart/2008/layout/LinedList"/>
    <dgm:cxn modelId="{1C57E4E5-ACA6-4CB0-818E-459A43680F42}" type="presParOf" srcId="{0831A649-E56F-4417-884E-18C9E71B9784}" destId="{351DC3C3-4D2D-414D-A7EE-5A026646E277}" srcOrd="10" destOrd="0" presId="urn:microsoft.com/office/officeart/2008/layout/LinedList"/>
    <dgm:cxn modelId="{ACDD94D8-E883-402F-864E-CC57FDD5C410}" type="presParOf" srcId="{0831A649-E56F-4417-884E-18C9E71B9784}" destId="{B94E3801-BAC0-46CD-901F-C128ACE22D04}" srcOrd="11" destOrd="0" presId="urn:microsoft.com/office/officeart/2008/layout/LinedList"/>
    <dgm:cxn modelId="{2CD023F0-BE2E-4555-AFB6-17F60BFF28AA}" type="presParOf" srcId="{B94E3801-BAC0-46CD-901F-C128ACE22D04}" destId="{69994924-0C5F-4D30-8EF2-A91517251BEB}" srcOrd="0" destOrd="0" presId="urn:microsoft.com/office/officeart/2008/layout/LinedList"/>
    <dgm:cxn modelId="{EE5D7F0E-5AB4-4716-A1AA-132A86A78E65}" type="presParOf" srcId="{B94E3801-BAC0-46CD-901F-C128ACE22D04}" destId="{0AB468A1-6CB5-4889-82E0-BA1F47EA7CE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B17ED36-58D6-49C8-AB34-155A613148A0}" type="doc">
      <dgm:prSet loTypeId="urn:microsoft.com/office/officeart/2005/8/layout/default" loCatId="list" qsTypeId="urn:microsoft.com/office/officeart/2005/8/quickstyle/3d3" qsCatId="3D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C5D24C14-8A19-4468-84FE-FA6DA8A710F4}">
      <dgm:prSet/>
      <dgm:spPr/>
      <dgm:t>
        <a:bodyPr/>
        <a:lstStyle/>
        <a:p>
          <a:r>
            <a:rPr lang="en-US" b="0" i="0" baseline="0" dirty="0">
              <a:latin typeface="Roboto" panose="02000000000000000000" pitchFamily="2" charset="0"/>
              <a:ea typeface="Roboto" panose="02000000000000000000" pitchFamily="2" charset="0"/>
            </a:rPr>
            <a:t>AI CV &amp; Job Assistant </a:t>
          </a:r>
          <a:endParaRPr lang="en-US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10936B83-8DA8-4AE1-9343-5E549B7777D8}" type="parTrans" cxnId="{8B3FD827-F1CD-40EB-97EF-33A52B5889BC}">
      <dgm:prSet/>
      <dgm:spPr/>
      <dgm:t>
        <a:bodyPr/>
        <a:lstStyle/>
        <a:p>
          <a:endParaRPr lang="en-US"/>
        </a:p>
      </dgm:t>
    </dgm:pt>
    <dgm:pt modelId="{D2489936-7C16-4B87-B184-ABED2CA8A982}" type="sibTrans" cxnId="{8B3FD827-F1CD-40EB-97EF-33A52B5889BC}">
      <dgm:prSet/>
      <dgm:spPr/>
      <dgm:t>
        <a:bodyPr/>
        <a:lstStyle/>
        <a:p>
          <a:endParaRPr lang="en-US"/>
        </a:p>
      </dgm:t>
    </dgm:pt>
    <dgm:pt modelId="{AAAA9C34-E09C-4111-9EBF-A21BA7C180DC}">
      <dgm:prSet/>
      <dgm:spPr/>
      <dgm:t>
        <a:bodyPr/>
        <a:lstStyle/>
        <a:p>
          <a:r>
            <a:rPr lang="en-US" b="0" i="0" baseline="0">
              <a:latin typeface="Roboto" panose="02000000000000000000" pitchFamily="2" charset="0"/>
              <a:ea typeface="Roboto" panose="02000000000000000000" pitchFamily="2" charset="0"/>
            </a:rPr>
            <a:t>Scam Website Detection </a:t>
          </a:r>
          <a:endParaRPr lang="en-US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42D360A3-9149-414C-9C9D-9CDF5BB15DF7}" type="parTrans" cxnId="{301A45B9-7F6B-4AFE-A4D6-5F3E0952E1E6}">
      <dgm:prSet/>
      <dgm:spPr/>
      <dgm:t>
        <a:bodyPr/>
        <a:lstStyle/>
        <a:p>
          <a:endParaRPr lang="en-US"/>
        </a:p>
      </dgm:t>
    </dgm:pt>
    <dgm:pt modelId="{C4E3BB3A-8612-41FC-B489-9B221473D1DC}" type="sibTrans" cxnId="{301A45B9-7F6B-4AFE-A4D6-5F3E0952E1E6}">
      <dgm:prSet/>
      <dgm:spPr/>
      <dgm:t>
        <a:bodyPr/>
        <a:lstStyle/>
        <a:p>
          <a:endParaRPr lang="en-US"/>
        </a:p>
      </dgm:t>
    </dgm:pt>
    <dgm:pt modelId="{37939A1F-F6D0-4FBD-8F28-21D747013A37}">
      <dgm:prSet/>
      <dgm:spPr/>
      <dgm:t>
        <a:bodyPr/>
        <a:lstStyle/>
        <a:p>
          <a:r>
            <a:rPr lang="en-US" b="0" i="0" baseline="0" dirty="0">
              <a:latin typeface="Roboto" panose="02000000000000000000" pitchFamily="2" charset="0"/>
              <a:ea typeface="Roboto" panose="02000000000000000000" pitchFamily="2" charset="0"/>
            </a:rPr>
            <a:t>YouTube Video Summarization </a:t>
          </a:r>
          <a:endParaRPr lang="en-US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4ECB9AFE-368E-4D51-8576-B974005C2CAB}" type="parTrans" cxnId="{0115D84B-0B15-4A17-A8D6-3A1E5F4AE3E4}">
      <dgm:prSet/>
      <dgm:spPr/>
      <dgm:t>
        <a:bodyPr/>
        <a:lstStyle/>
        <a:p>
          <a:endParaRPr lang="en-US"/>
        </a:p>
      </dgm:t>
    </dgm:pt>
    <dgm:pt modelId="{84368A34-C72F-48B7-B851-F1F44CF75549}" type="sibTrans" cxnId="{0115D84B-0B15-4A17-A8D6-3A1E5F4AE3E4}">
      <dgm:prSet/>
      <dgm:spPr/>
      <dgm:t>
        <a:bodyPr/>
        <a:lstStyle/>
        <a:p>
          <a:endParaRPr lang="en-US"/>
        </a:p>
      </dgm:t>
    </dgm:pt>
    <dgm:pt modelId="{74AF3156-F0CB-4EE8-9398-6AED167F41DB}">
      <dgm:prSet/>
      <dgm:spPr/>
      <dgm:t>
        <a:bodyPr/>
        <a:lstStyle/>
        <a:p>
          <a:r>
            <a:rPr lang="en-US" b="0" i="0" baseline="0" dirty="0">
              <a:latin typeface="Roboto" panose="02000000000000000000" pitchFamily="2" charset="0"/>
              <a:ea typeface="Roboto" panose="02000000000000000000" pitchFamily="2" charset="0"/>
            </a:rPr>
            <a:t>AI UI/UX Generation </a:t>
          </a:r>
          <a:endParaRPr lang="en-US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5E1C2EB0-B88A-4FA4-AE6D-88A988D87969}" type="parTrans" cxnId="{30C2DFBA-CA18-40C4-8618-AD50694D0A19}">
      <dgm:prSet/>
      <dgm:spPr/>
      <dgm:t>
        <a:bodyPr/>
        <a:lstStyle/>
        <a:p>
          <a:endParaRPr lang="en-US"/>
        </a:p>
      </dgm:t>
    </dgm:pt>
    <dgm:pt modelId="{6BA7C442-22DB-4E09-814B-23A6E15958C8}" type="sibTrans" cxnId="{30C2DFBA-CA18-40C4-8618-AD50694D0A19}">
      <dgm:prSet/>
      <dgm:spPr/>
      <dgm:t>
        <a:bodyPr/>
        <a:lstStyle/>
        <a:p>
          <a:endParaRPr lang="en-US"/>
        </a:p>
      </dgm:t>
    </dgm:pt>
    <dgm:pt modelId="{77146105-1853-431F-A8AE-23115546A3B1}">
      <dgm:prSet/>
      <dgm:spPr/>
      <dgm:t>
        <a:bodyPr/>
        <a:lstStyle/>
        <a:p>
          <a:r>
            <a:rPr lang="en-US" b="0" i="0" baseline="0" dirty="0">
              <a:latin typeface="Roboto" panose="02000000000000000000" pitchFamily="2" charset="0"/>
              <a:ea typeface="Roboto" panose="02000000000000000000" pitchFamily="2" charset="0"/>
            </a:rPr>
            <a:t>Voice Command Support </a:t>
          </a:r>
          <a:endParaRPr lang="en-US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D829181A-9E1D-4B36-9671-7323219903BA}" type="parTrans" cxnId="{B6EE2262-A126-4020-8FD6-56FCA902A35A}">
      <dgm:prSet/>
      <dgm:spPr/>
      <dgm:t>
        <a:bodyPr/>
        <a:lstStyle/>
        <a:p>
          <a:endParaRPr lang="en-US"/>
        </a:p>
      </dgm:t>
    </dgm:pt>
    <dgm:pt modelId="{8F781DC5-89F0-492C-9877-4DD764A8617F}" type="sibTrans" cxnId="{B6EE2262-A126-4020-8FD6-56FCA902A35A}">
      <dgm:prSet/>
      <dgm:spPr/>
      <dgm:t>
        <a:bodyPr/>
        <a:lstStyle/>
        <a:p>
          <a:endParaRPr lang="en-US"/>
        </a:p>
      </dgm:t>
    </dgm:pt>
    <dgm:pt modelId="{568BD02D-763A-4E8E-BF23-98C0C9EA57D7}">
      <dgm:prSet/>
      <dgm:spPr/>
      <dgm:t>
        <a:bodyPr/>
        <a:lstStyle/>
        <a:p>
          <a:r>
            <a:rPr lang="en-US" b="0" i="0" baseline="0">
              <a:latin typeface="Roboto" panose="02000000000000000000" pitchFamily="2" charset="0"/>
              <a:ea typeface="Roboto" panose="02000000000000000000" pitchFamily="2" charset="0"/>
            </a:rPr>
            <a:t>Multi-user System </a:t>
          </a:r>
          <a:endParaRPr lang="en-US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A1CA8167-622C-414C-B9BB-FF67748861F9}" type="parTrans" cxnId="{319B843F-534C-4049-819E-8DDAC5E7CB10}">
      <dgm:prSet/>
      <dgm:spPr/>
      <dgm:t>
        <a:bodyPr/>
        <a:lstStyle/>
        <a:p>
          <a:endParaRPr lang="en-US"/>
        </a:p>
      </dgm:t>
    </dgm:pt>
    <dgm:pt modelId="{E981E364-7B1F-44BB-A236-F33EB064BB9A}" type="sibTrans" cxnId="{319B843F-534C-4049-819E-8DDAC5E7CB10}">
      <dgm:prSet/>
      <dgm:spPr/>
      <dgm:t>
        <a:bodyPr/>
        <a:lstStyle/>
        <a:p>
          <a:endParaRPr lang="en-US"/>
        </a:p>
      </dgm:t>
    </dgm:pt>
    <dgm:pt modelId="{9F23AF25-EAC2-4C8F-9015-ED2D5B20D32E}">
      <dgm:prSet/>
      <dgm:spPr/>
      <dgm:t>
        <a:bodyPr/>
        <a:lstStyle/>
        <a:p>
          <a:r>
            <a:rPr lang="en-US" b="0" i="0" baseline="0" dirty="0">
              <a:latin typeface="Roboto" panose="02000000000000000000" pitchFamily="2" charset="0"/>
              <a:ea typeface="Roboto" panose="02000000000000000000" pitchFamily="2" charset="0"/>
            </a:rPr>
            <a:t>Productivity Dashboard </a:t>
          </a:r>
          <a:endParaRPr lang="en-US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BD2A1F4D-24F4-48BF-8DD6-6F1E175F5395}" type="parTrans" cxnId="{36A04E32-FCE1-41B6-A58A-593B928FD429}">
      <dgm:prSet/>
      <dgm:spPr/>
      <dgm:t>
        <a:bodyPr/>
        <a:lstStyle/>
        <a:p>
          <a:endParaRPr lang="en-US"/>
        </a:p>
      </dgm:t>
    </dgm:pt>
    <dgm:pt modelId="{18345C09-F7BE-4B81-ADC4-B68B75AA5F0A}" type="sibTrans" cxnId="{36A04E32-FCE1-41B6-A58A-593B928FD429}">
      <dgm:prSet/>
      <dgm:spPr/>
      <dgm:t>
        <a:bodyPr/>
        <a:lstStyle/>
        <a:p>
          <a:endParaRPr lang="en-US"/>
        </a:p>
      </dgm:t>
    </dgm:pt>
    <dgm:pt modelId="{944226F5-5891-4115-834D-723E39D7E0AF}">
      <dgm:prSet/>
      <dgm:spPr/>
      <dgm:t>
        <a:bodyPr/>
        <a:lstStyle/>
        <a:p>
          <a:r>
            <a:rPr lang="en-US" b="0" i="0" baseline="0" dirty="0">
              <a:latin typeface="Roboto" panose="02000000000000000000" pitchFamily="2" charset="0"/>
              <a:ea typeface="Roboto" panose="02000000000000000000" pitchFamily="2" charset="0"/>
            </a:rPr>
            <a:t>Notion / Trello Integration </a:t>
          </a:r>
          <a:endParaRPr lang="en-US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97383C1E-6CAB-425A-86AD-0D29B53CADDA}" type="parTrans" cxnId="{8F054E0C-B549-41CD-9864-8F8248A1E2F3}">
      <dgm:prSet/>
      <dgm:spPr/>
      <dgm:t>
        <a:bodyPr/>
        <a:lstStyle/>
        <a:p>
          <a:endParaRPr lang="en-US"/>
        </a:p>
      </dgm:t>
    </dgm:pt>
    <dgm:pt modelId="{93B324EB-ADC7-4CC2-8D2C-B87C41E0D350}" type="sibTrans" cxnId="{8F054E0C-B549-41CD-9864-8F8248A1E2F3}">
      <dgm:prSet/>
      <dgm:spPr/>
      <dgm:t>
        <a:bodyPr/>
        <a:lstStyle/>
        <a:p>
          <a:endParaRPr lang="en-US"/>
        </a:p>
      </dgm:t>
    </dgm:pt>
    <dgm:pt modelId="{E01B46E9-E3B2-48DB-BA82-74693FBB8D8A}">
      <dgm:prSet/>
      <dgm:spPr/>
      <dgm:t>
        <a:bodyPr/>
        <a:lstStyle/>
        <a:p>
          <a:r>
            <a:rPr lang="en-US" b="0" i="0" baseline="0" dirty="0">
              <a:latin typeface="Roboto" panose="02000000000000000000" pitchFamily="2" charset="0"/>
              <a:ea typeface="Roboto" panose="02000000000000000000" pitchFamily="2" charset="0"/>
            </a:rPr>
            <a:t>Advanced Error Recovery </a:t>
          </a:r>
          <a:endParaRPr lang="en-US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7706B8F5-BB94-42F4-A718-C5319D1B234C}" type="parTrans" cxnId="{A007C7D3-F94C-4150-B9C3-BA99CE31F07F}">
      <dgm:prSet/>
      <dgm:spPr/>
      <dgm:t>
        <a:bodyPr/>
        <a:lstStyle/>
        <a:p>
          <a:endParaRPr lang="en-US"/>
        </a:p>
      </dgm:t>
    </dgm:pt>
    <dgm:pt modelId="{ABCAA7AA-1CDB-4F45-85FA-759A7B1BCE9B}" type="sibTrans" cxnId="{A007C7D3-F94C-4150-B9C3-BA99CE31F07F}">
      <dgm:prSet/>
      <dgm:spPr/>
      <dgm:t>
        <a:bodyPr/>
        <a:lstStyle/>
        <a:p>
          <a:endParaRPr lang="en-US"/>
        </a:p>
      </dgm:t>
    </dgm:pt>
    <dgm:pt modelId="{624D5A2D-6CD4-4185-93B1-B1C2C3044EE2}" type="pres">
      <dgm:prSet presAssocID="{DB17ED36-58D6-49C8-AB34-155A613148A0}" presName="diagram" presStyleCnt="0">
        <dgm:presLayoutVars>
          <dgm:dir/>
          <dgm:resizeHandles val="exact"/>
        </dgm:presLayoutVars>
      </dgm:prSet>
      <dgm:spPr/>
    </dgm:pt>
    <dgm:pt modelId="{5BFF7CBA-1F8A-4125-9115-682EE9B65BBD}" type="pres">
      <dgm:prSet presAssocID="{C5D24C14-8A19-4468-84FE-FA6DA8A710F4}" presName="node" presStyleLbl="node1" presStyleIdx="0" presStyleCnt="9">
        <dgm:presLayoutVars>
          <dgm:bulletEnabled val="1"/>
        </dgm:presLayoutVars>
      </dgm:prSet>
      <dgm:spPr/>
    </dgm:pt>
    <dgm:pt modelId="{1280EA8C-113B-4B02-BC06-ABA7CF6CCB1F}" type="pres">
      <dgm:prSet presAssocID="{D2489936-7C16-4B87-B184-ABED2CA8A982}" presName="sibTrans" presStyleCnt="0"/>
      <dgm:spPr/>
    </dgm:pt>
    <dgm:pt modelId="{9DC433BC-C090-4F90-AFBF-34E696A8905E}" type="pres">
      <dgm:prSet presAssocID="{AAAA9C34-E09C-4111-9EBF-A21BA7C180DC}" presName="node" presStyleLbl="node1" presStyleIdx="1" presStyleCnt="9">
        <dgm:presLayoutVars>
          <dgm:bulletEnabled val="1"/>
        </dgm:presLayoutVars>
      </dgm:prSet>
      <dgm:spPr/>
    </dgm:pt>
    <dgm:pt modelId="{F5D5715F-7B5F-49DD-93DB-0C5EDA93595C}" type="pres">
      <dgm:prSet presAssocID="{C4E3BB3A-8612-41FC-B489-9B221473D1DC}" presName="sibTrans" presStyleCnt="0"/>
      <dgm:spPr/>
    </dgm:pt>
    <dgm:pt modelId="{9E53E974-6DDB-4F91-9590-6B9B819EA29F}" type="pres">
      <dgm:prSet presAssocID="{37939A1F-F6D0-4FBD-8F28-21D747013A37}" presName="node" presStyleLbl="node1" presStyleIdx="2" presStyleCnt="9">
        <dgm:presLayoutVars>
          <dgm:bulletEnabled val="1"/>
        </dgm:presLayoutVars>
      </dgm:prSet>
      <dgm:spPr/>
    </dgm:pt>
    <dgm:pt modelId="{0AAE0033-5B68-4E85-95C5-E67CF51A1AB5}" type="pres">
      <dgm:prSet presAssocID="{84368A34-C72F-48B7-B851-F1F44CF75549}" presName="sibTrans" presStyleCnt="0"/>
      <dgm:spPr/>
    </dgm:pt>
    <dgm:pt modelId="{9136E2B2-5D31-41FB-9ACB-9E18F41AF963}" type="pres">
      <dgm:prSet presAssocID="{74AF3156-F0CB-4EE8-9398-6AED167F41DB}" presName="node" presStyleLbl="node1" presStyleIdx="3" presStyleCnt="9">
        <dgm:presLayoutVars>
          <dgm:bulletEnabled val="1"/>
        </dgm:presLayoutVars>
      </dgm:prSet>
      <dgm:spPr/>
    </dgm:pt>
    <dgm:pt modelId="{6848F3CB-C99A-46A4-B422-8477DFF57F43}" type="pres">
      <dgm:prSet presAssocID="{6BA7C442-22DB-4E09-814B-23A6E15958C8}" presName="sibTrans" presStyleCnt="0"/>
      <dgm:spPr/>
    </dgm:pt>
    <dgm:pt modelId="{D773247B-6339-4CD1-80B0-06BF18964E3C}" type="pres">
      <dgm:prSet presAssocID="{77146105-1853-431F-A8AE-23115546A3B1}" presName="node" presStyleLbl="node1" presStyleIdx="4" presStyleCnt="9">
        <dgm:presLayoutVars>
          <dgm:bulletEnabled val="1"/>
        </dgm:presLayoutVars>
      </dgm:prSet>
      <dgm:spPr/>
    </dgm:pt>
    <dgm:pt modelId="{8443CE64-2AFB-44BB-99F1-3304A70053B3}" type="pres">
      <dgm:prSet presAssocID="{8F781DC5-89F0-492C-9877-4DD764A8617F}" presName="sibTrans" presStyleCnt="0"/>
      <dgm:spPr/>
    </dgm:pt>
    <dgm:pt modelId="{487EA526-1CBE-42CF-A298-A81048F3DE51}" type="pres">
      <dgm:prSet presAssocID="{568BD02D-763A-4E8E-BF23-98C0C9EA57D7}" presName="node" presStyleLbl="node1" presStyleIdx="5" presStyleCnt="9">
        <dgm:presLayoutVars>
          <dgm:bulletEnabled val="1"/>
        </dgm:presLayoutVars>
      </dgm:prSet>
      <dgm:spPr/>
    </dgm:pt>
    <dgm:pt modelId="{6C9C92B2-CA41-4BA5-A5B2-41964AF85D33}" type="pres">
      <dgm:prSet presAssocID="{E981E364-7B1F-44BB-A236-F33EB064BB9A}" presName="sibTrans" presStyleCnt="0"/>
      <dgm:spPr/>
    </dgm:pt>
    <dgm:pt modelId="{5771B4FF-38CD-46DA-B19D-B8992CE525F2}" type="pres">
      <dgm:prSet presAssocID="{9F23AF25-EAC2-4C8F-9015-ED2D5B20D32E}" presName="node" presStyleLbl="node1" presStyleIdx="6" presStyleCnt="9">
        <dgm:presLayoutVars>
          <dgm:bulletEnabled val="1"/>
        </dgm:presLayoutVars>
      </dgm:prSet>
      <dgm:spPr/>
    </dgm:pt>
    <dgm:pt modelId="{915D42BA-9E71-4E62-B746-F09FFA4E7560}" type="pres">
      <dgm:prSet presAssocID="{18345C09-F7BE-4B81-ADC4-B68B75AA5F0A}" presName="sibTrans" presStyleCnt="0"/>
      <dgm:spPr/>
    </dgm:pt>
    <dgm:pt modelId="{B3004FC9-E48A-4709-8ED0-6F908D37403D}" type="pres">
      <dgm:prSet presAssocID="{944226F5-5891-4115-834D-723E39D7E0AF}" presName="node" presStyleLbl="node1" presStyleIdx="7" presStyleCnt="9">
        <dgm:presLayoutVars>
          <dgm:bulletEnabled val="1"/>
        </dgm:presLayoutVars>
      </dgm:prSet>
      <dgm:spPr/>
    </dgm:pt>
    <dgm:pt modelId="{B8B2582D-7BE8-47EF-A03C-BCF862E9A126}" type="pres">
      <dgm:prSet presAssocID="{93B324EB-ADC7-4CC2-8D2C-B87C41E0D350}" presName="sibTrans" presStyleCnt="0"/>
      <dgm:spPr/>
    </dgm:pt>
    <dgm:pt modelId="{71A8F8FD-500D-4636-AA73-D27029F6C8F9}" type="pres">
      <dgm:prSet presAssocID="{E01B46E9-E3B2-48DB-BA82-74693FBB8D8A}" presName="node" presStyleLbl="node1" presStyleIdx="8" presStyleCnt="9">
        <dgm:presLayoutVars>
          <dgm:bulletEnabled val="1"/>
        </dgm:presLayoutVars>
      </dgm:prSet>
      <dgm:spPr/>
    </dgm:pt>
  </dgm:ptLst>
  <dgm:cxnLst>
    <dgm:cxn modelId="{8F054E0C-B549-41CD-9864-8F8248A1E2F3}" srcId="{DB17ED36-58D6-49C8-AB34-155A613148A0}" destId="{944226F5-5891-4115-834D-723E39D7E0AF}" srcOrd="7" destOrd="0" parTransId="{97383C1E-6CAB-425A-86AD-0D29B53CADDA}" sibTransId="{93B324EB-ADC7-4CC2-8D2C-B87C41E0D350}"/>
    <dgm:cxn modelId="{5443311F-D6E1-41DA-8944-E1B72EF47A67}" type="presOf" srcId="{37939A1F-F6D0-4FBD-8F28-21D747013A37}" destId="{9E53E974-6DDB-4F91-9590-6B9B819EA29F}" srcOrd="0" destOrd="0" presId="urn:microsoft.com/office/officeart/2005/8/layout/default"/>
    <dgm:cxn modelId="{8B3FD827-F1CD-40EB-97EF-33A52B5889BC}" srcId="{DB17ED36-58D6-49C8-AB34-155A613148A0}" destId="{C5D24C14-8A19-4468-84FE-FA6DA8A710F4}" srcOrd="0" destOrd="0" parTransId="{10936B83-8DA8-4AE1-9343-5E549B7777D8}" sibTransId="{D2489936-7C16-4B87-B184-ABED2CA8A982}"/>
    <dgm:cxn modelId="{36A04E32-FCE1-41B6-A58A-593B928FD429}" srcId="{DB17ED36-58D6-49C8-AB34-155A613148A0}" destId="{9F23AF25-EAC2-4C8F-9015-ED2D5B20D32E}" srcOrd="6" destOrd="0" parTransId="{BD2A1F4D-24F4-48BF-8DD6-6F1E175F5395}" sibTransId="{18345C09-F7BE-4B81-ADC4-B68B75AA5F0A}"/>
    <dgm:cxn modelId="{319B843F-534C-4049-819E-8DDAC5E7CB10}" srcId="{DB17ED36-58D6-49C8-AB34-155A613148A0}" destId="{568BD02D-763A-4E8E-BF23-98C0C9EA57D7}" srcOrd="5" destOrd="0" parTransId="{A1CA8167-622C-414C-B9BB-FF67748861F9}" sibTransId="{E981E364-7B1F-44BB-A236-F33EB064BB9A}"/>
    <dgm:cxn modelId="{B6EE2262-A126-4020-8FD6-56FCA902A35A}" srcId="{DB17ED36-58D6-49C8-AB34-155A613148A0}" destId="{77146105-1853-431F-A8AE-23115546A3B1}" srcOrd="4" destOrd="0" parTransId="{D829181A-9E1D-4B36-9671-7323219903BA}" sibTransId="{8F781DC5-89F0-492C-9877-4DD764A8617F}"/>
    <dgm:cxn modelId="{0115D84B-0B15-4A17-A8D6-3A1E5F4AE3E4}" srcId="{DB17ED36-58D6-49C8-AB34-155A613148A0}" destId="{37939A1F-F6D0-4FBD-8F28-21D747013A37}" srcOrd="2" destOrd="0" parTransId="{4ECB9AFE-368E-4D51-8576-B974005C2CAB}" sibTransId="{84368A34-C72F-48B7-B851-F1F44CF75549}"/>
    <dgm:cxn modelId="{6BB20776-AE57-420C-8291-3A11EFB8C313}" type="presOf" srcId="{AAAA9C34-E09C-4111-9EBF-A21BA7C180DC}" destId="{9DC433BC-C090-4F90-AFBF-34E696A8905E}" srcOrd="0" destOrd="0" presId="urn:microsoft.com/office/officeart/2005/8/layout/default"/>
    <dgm:cxn modelId="{EABAC292-37F7-4A77-BF24-0FB1DBA5077F}" type="presOf" srcId="{C5D24C14-8A19-4468-84FE-FA6DA8A710F4}" destId="{5BFF7CBA-1F8A-4125-9115-682EE9B65BBD}" srcOrd="0" destOrd="0" presId="urn:microsoft.com/office/officeart/2005/8/layout/default"/>
    <dgm:cxn modelId="{4645BE9B-6F5D-4E52-BEDB-9C7B0A5A2263}" type="presOf" srcId="{9F23AF25-EAC2-4C8F-9015-ED2D5B20D32E}" destId="{5771B4FF-38CD-46DA-B19D-B8992CE525F2}" srcOrd="0" destOrd="0" presId="urn:microsoft.com/office/officeart/2005/8/layout/default"/>
    <dgm:cxn modelId="{78CAAAAE-3ABA-4B11-9A7F-A368BD92FE99}" type="presOf" srcId="{74AF3156-F0CB-4EE8-9398-6AED167F41DB}" destId="{9136E2B2-5D31-41FB-9ACB-9E18F41AF963}" srcOrd="0" destOrd="0" presId="urn:microsoft.com/office/officeart/2005/8/layout/default"/>
    <dgm:cxn modelId="{301A45B9-7F6B-4AFE-A4D6-5F3E0952E1E6}" srcId="{DB17ED36-58D6-49C8-AB34-155A613148A0}" destId="{AAAA9C34-E09C-4111-9EBF-A21BA7C180DC}" srcOrd="1" destOrd="0" parTransId="{42D360A3-9149-414C-9C9D-9CDF5BB15DF7}" sibTransId="{C4E3BB3A-8612-41FC-B489-9B221473D1DC}"/>
    <dgm:cxn modelId="{30C2DFBA-CA18-40C4-8618-AD50694D0A19}" srcId="{DB17ED36-58D6-49C8-AB34-155A613148A0}" destId="{74AF3156-F0CB-4EE8-9398-6AED167F41DB}" srcOrd="3" destOrd="0" parTransId="{5E1C2EB0-B88A-4FA4-AE6D-88A988D87969}" sibTransId="{6BA7C442-22DB-4E09-814B-23A6E15958C8}"/>
    <dgm:cxn modelId="{4AD342C3-C3B4-4622-8B9B-EAA56B57234F}" type="presOf" srcId="{568BD02D-763A-4E8E-BF23-98C0C9EA57D7}" destId="{487EA526-1CBE-42CF-A298-A81048F3DE51}" srcOrd="0" destOrd="0" presId="urn:microsoft.com/office/officeart/2005/8/layout/default"/>
    <dgm:cxn modelId="{E45AEACD-DC87-42F7-8355-A8247E7274AD}" type="presOf" srcId="{944226F5-5891-4115-834D-723E39D7E0AF}" destId="{B3004FC9-E48A-4709-8ED0-6F908D37403D}" srcOrd="0" destOrd="0" presId="urn:microsoft.com/office/officeart/2005/8/layout/default"/>
    <dgm:cxn modelId="{29832FD3-86B7-4CF5-9308-B3929A3AC80B}" type="presOf" srcId="{E01B46E9-E3B2-48DB-BA82-74693FBB8D8A}" destId="{71A8F8FD-500D-4636-AA73-D27029F6C8F9}" srcOrd="0" destOrd="0" presId="urn:microsoft.com/office/officeart/2005/8/layout/default"/>
    <dgm:cxn modelId="{A007C7D3-F94C-4150-B9C3-BA99CE31F07F}" srcId="{DB17ED36-58D6-49C8-AB34-155A613148A0}" destId="{E01B46E9-E3B2-48DB-BA82-74693FBB8D8A}" srcOrd="8" destOrd="0" parTransId="{7706B8F5-BB94-42F4-A718-C5319D1B234C}" sibTransId="{ABCAA7AA-1CDB-4F45-85FA-759A7B1BCE9B}"/>
    <dgm:cxn modelId="{934515D6-3D08-4E2C-B346-A86B432C2D54}" type="presOf" srcId="{DB17ED36-58D6-49C8-AB34-155A613148A0}" destId="{624D5A2D-6CD4-4185-93B1-B1C2C3044EE2}" srcOrd="0" destOrd="0" presId="urn:microsoft.com/office/officeart/2005/8/layout/default"/>
    <dgm:cxn modelId="{165FE9E6-6398-44D5-B6AE-A45AFDCDDBB1}" type="presOf" srcId="{77146105-1853-431F-A8AE-23115546A3B1}" destId="{D773247B-6339-4CD1-80B0-06BF18964E3C}" srcOrd="0" destOrd="0" presId="urn:microsoft.com/office/officeart/2005/8/layout/default"/>
    <dgm:cxn modelId="{D21807E7-3B7E-4C06-A71E-75B41F37604C}" type="presParOf" srcId="{624D5A2D-6CD4-4185-93B1-B1C2C3044EE2}" destId="{5BFF7CBA-1F8A-4125-9115-682EE9B65BBD}" srcOrd="0" destOrd="0" presId="urn:microsoft.com/office/officeart/2005/8/layout/default"/>
    <dgm:cxn modelId="{FAF71FB1-620D-47E1-B1A2-19A455D9AAE7}" type="presParOf" srcId="{624D5A2D-6CD4-4185-93B1-B1C2C3044EE2}" destId="{1280EA8C-113B-4B02-BC06-ABA7CF6CCB1F}" srcOrd="1" destOrd="0" presId="urn:microsoft.com/office/officeart/2005/8/layout/default"/>
    <dgm:cxn modelId="{E40175AA-26F7-4991-A185-EC738E64E831}" type="presParOf" srcId="{624D5A2D-6CD4-4185-93B1-B1C2C3044EE2}" destId="{9DC433BC-C090-4F90-AFBF-34E696A8905E}" srcOrd="2" destOrd="0" presId="urn:microsoft.com/office/officeart/2005/8/layout/default"/>
    <dgm:cxn modelId="{093AAFAC-FC89-45AC-A688-E550B61592B9}" type="presParOf" srcId="{624D5A2D-6CD4-4185-93B1-B1C2C3044EE2}" destId="{F5D5715F-7B5F-49DD-93DB-0C5EDA93595C}" srcOrd="3" destOrd="0" presId="urn:microsoft.com/office/officeart/2005/8/layout/default"/>
    <dgm:cxn modelId="{135F6A72-C015-470A-BF89-13EE3C68EEC7}" type="presParOf" srcId="{624D5A2D-6CD4-4185-93B1-B1C2C3044EE2}" destId="{9E53E974-6DDB-4F91-9590-6B9B819EA29F}" srcOrd="4" destOrd="0" presId="urn:microsoft.com/office/officeart/2005/8/layout/default"/>
    <dgm:cxn modelId="{A6A93ED0-0D6A-4E30-9B0C-3AC864D42A64}" type="presParOf" srcId="{624D5A2D-6CD4-4185-93B1-B1C2C3044EE2}" destId="{0AAE0033-5B68-4E85-95C5-E67CF51A1AB5}" srcOrd="5" destOrd="0" presId="urn:microsoft.com/office/officeart/2005/8/layout/default"/>
    <dgm:cxn modelId="{330E4BAA-3D0D-42EF-B6C7-14DBABF5095A}" type="presParOf" srcId="{624D5A2D-6CD4-4185-93B1-B1C2C3044EE2}" destId="{9136E2B2-5D31-41FB-9ACB-9E18F41AF963}" srcOrd="6" destOrd="0" presId="urn:microsoft.com/office/officeart/2005/8/layout/default"/>
    <dgm:cxn modelId="{3665E990-E8B9-4C38-AF3D-D7C602FF25D6}" type="presParOf" srcId="{624D5A2D-6CD4-4185-93B1-B1C2C3044EE2}" destId="{6848F3CB-C99A-46A4-B422-8477DFF57F43}" srcOrd="7" destOrd="0" presId="urn:microsoft.com/office/officeart/2005/8/layout/default"/>
    <dgm:cxn modelId="{81A07C63-53C3-407C-B3C4-84FF0BB18D5E}" type="presParOf" srcId="{624D5A2D-6CD4-4185-93B1-B1C2C3044EE2}" destId="{D773247B-6339-4CD1-80B0-06BF18964E3C}" srcOrd="8" destOrd="0" presId="urn:microsoft.com/office/officeart/2005/8/layout/default"/>
    <dgm:cxn modelId="{6D7535FB-63B3-4ABF-B341-88859D8DBA75}" type="presParOf" srcId="{624D5A2D-6CD4-4185-93B1-B1C2C3044EE2}" destId="{8443CE64-2AFB-44BB-99F1-3304A70053B3}" srcOrd="9" destOrd="0" presId="urn:microsoft.com/office/officeart/2005/8/layout/default"/>
    <dgm:cxn modelId="{28C59F64-7E4A-4E90-BA6D-B30BEA49A2EB}" type="presParOf" srcId="{624D5A2D-6CD4-4185-93B1-B1C2C3044EE2}" destId="{487EA526-1CBE-42CF-A298-A81048F3DE51}" srcOrd="10" destOrd="0" presId="urn:microsoft.com/office/officeart/2005/8/layout/default"/>
    <dgm:cxn modelId="{5AD27511-8991-44F8-9AFB-6C5895501805}" type="presParOf" srcId="{624D5A2D-6CD4-4185-93B1-B1C2C3044EE2}" destId="{6C9C92B2-CA41-4BA5-A5B2-41964AF85D33}" srcOrd="11" destOrd="0" presId="urn:microsoft.com/office/officeart/2005/8/layout/default"/>
    <dgm:cxn modelId="{6C595759-D980-42CF-9973-AC1E62C024EC}" type="presParOf" srcId="{624D5A2D-6CD4-4185-93B1-B1C2C3044EE2}" destId="{5771B4FF-38CD-46DA-B19D-B8992CE525F2}" srcOrd="12" destOrd="0" presId="urn:microsoft.com/office/officeart/2005/8/layout/default"/>
    <dgm:cxn modelId="{728847A2-B023-4B31-99E8-E68C24209B15}" type="presParOf" srcId="{624D5A2D-6CD4-4185-93B1-B1C2C3044EE2}" destId="{915D42BA-9E71-4E62-B746-F09FFA4E7560}" srcOrd="13" destOrd="0" presId="urn:microsoft.com/office/officeart/2005/8/layout/default"/>
    <dgm:cxn modelId="{0F67503C-DD7F-4D8A-B805-289E5A2FBE68}" type="presParOf" srcId="{624D5A2D-6CD4-4185-93B1-B1C2C3044EE2}" destId="{B3004FC9-E48A-4709-8ED0-6F908D37403D}" srcOrd="14" destOrd="0" presId="urn:microsoft.com/office/officeart/2005/8/layout/default"/>
    <dgm:cxn modelId="{EB8497EB-18DB-48CE-88AD-2354425FBA43}" type="presParOf" srcId="{624D5A2D-6CD4-4185-93B1-B1C2C3044EE2}" destId="{B8B2582D-7BE8-47EF-A03C-BCF862E9A126}" srcOrd="15" destOrd="0" presId="urn:microsoft.com/office/officeart/2005/8/layout/default"/>
    <dgm:cxn modelId="{9CE3BC8A-E056-49D6-B15C-C7F6409F0607}" type="presParOf" srcId="{624D5A2D-6CD4-4185-93B1-B1C2C3044EE2}" destId="{71A8F8FD-500D-4636-AA73-D27029F6C8F9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C6F6D-43B7-42D8-BD68-4A659781081D}">
      <dsp:nvSpPr>
        <dsp:cNvPr id="0" name=""/>
        <dsp:cNvSpPr/>
      </dsp:nvSpPr>
      <dsp:spPr>
        <a:xfrm>
          <a:off x="0" y="671"/>
          <a:ext cx="626364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183109-9C1F-4E14-A057-6C2BC52E71BA}">
      <dsp:nvSpPr>
        <dsp:cNvPr id="0" name=""/>
        <dsp:cNvSpPr/>
      </dsp:nvSpPr>
      <dsp:spPr>
        <a:xfrm>
          <a:off x="0" y="671"/>
          <a:ext cx="6263640" cy="1100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📧 Too many emails</a:t>
          </a:r>
        </a:p>
      </dsp:txBody>
      <dsp:txXfrm>
        <a:off x="0" y="671"/>
        <a:ext cx="6263640" cy="1100668"/>
      </dsp:txXfrm>
    </dsp:sp>
    <dsp:sp modelId="{47A7047A-5BAA-4B02-8F20-323318E2EBAC}">
      <dsp:nvSpPr>
        <dsp:cNvPr id="0" name=""/>
        <dsp:cNvSpPr/>
      </dsp:nvSpPr>
      <dsp:spPr>
        <a:xfrm>
          <a:off x="0" y="1101340"/>
          <a:ext cx="626364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86D4B-C93E-4DE1-92F8-D463917D4208}">
      <dsp:nvSpPr>
        <dsp:cNvPr id="0" name=""/>
        <dsp:cNvSpPr/>
      </dsp:nvSpPr>
      <dsp:spPr>
        <a:xfrm>
          <a:off x="0" y="1101340"/>
          <a:ext cx="6263640" cy="1100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📅 Missed schedules</a:t>
          </a:r>
        </a:p>
      </dsp:txBody>
      <dsp:txXfrm>
        <a:off x="0" y="1101340"/>
        <a:ext cx="6263640" cy="1100668"/>
      </dsp:txXfrm>
    </dsp:sp>
    <dsp:sp modelId="{9F89391D-51D7-4367-9DC1-0C07C34FFC51}">
      <dsp:nvSpPr>
        <dsp:cNvPr id="0" name=""/>
        <dsp:cNvSpPr/>
      </dsp:nvSpPr>
      <dsp:spPr>
        <a:xfrm>
          <a:off x="0" y="2202009"/>
          <a:ext cx="626364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2141D6-0967-4908-87DF-BA270251717C}">
      <dsp:nvSpPr>
        <dsp:cNvPr id="0" name=""/>
        <dsp:cNvSpPr/>
      </dsp:nvSpPr>
      <dsp:spPr>
        <a:xfrm>
          <a:off x="0" y="2202009"/>
          <a:ext cx="6263640" cy="1100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📂 Files unorganized</a:t>
          </a:r>
        </a:p>
      </dsp:txBody>
      <dsp:txXfrm>
        <a:off x="0" y="2202009"/>
        <a:ext cx="6263640" cy="1100668"/>
      </dsp:txXfrm>
    </dsp:sp>
    <dsp:sp modelId="{64A1189B-C309-4414-86FA-CFB5203101E6}">
      <dsp:nvSpPr>
        <dsp:cNvPr id="0" name=""/>
        <dsp:cNvSpPr/>
      </dsp:nvSpPr>
      <dsp:spPr>
        <a:xfrm>
          <a:off x="0" y="3302678"/>
          <a:ext cx="626364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EA49C5-497F-4AFD-BC1F-2B43BE96FB89}">
      <dsp:nvSpPr>
        <dsp:cNvPr id="0" name=""/>
        <dsp:cNvSpPr/>
      </dsp:nvSpPr>
      <dsp:spPr>
        <a:xfrm>
          <a:off x="0" y="3302678"/>
          <a:ext cx="6263640" cy="1100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⌛Losing focus</a:t>
          </a:r>
        </a:p>
      </dsp:txBody>
      <dsp:txXfrm>
        <a:off x="0" y="3302678"/>
        <a:ext cx="6263640" cy="1100668"/>
      </dsp:txXfrm>
    </dsp:sp>
    <dsp:sp modelId="{9F0B848A-FCDA-490D-8B2F-651C747478F9}">
      <dsp:nvSpPr>
        <dsp:cNvPr id="0" name=""/>
        <dsp:cNvSpPr/>
      </dsp:nvSpPr>
      <dsp:spPr>
        <a:xfrm>
          <a:off x="0" y="4403347"/>
          <a:ext cx="626364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04E71-507D-428F-9DD4-C020FAE2754C}">
      <dsp:nvSpPr>
        <dsp:cNvPr id="0" name=""/>
        <dsp:cNvSpPr/>
      </dsp:nvSpPr>
      <dsp:spPr>
        <a:xfrm>
          <a:off x="0" y="4403347"/>
          <a:ext cx="6263640" cy="1100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🕛Time Lost Researching Information</a:t>
          </a:r>
        </a:p>
      </dsp:txBody>
      <dsp:txXfrm>
        <a:off x="0" y="4403347"/>
        <a:ext cx="6263640" cy="11006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13A2D6-F5B5-4316-8F9A-32EB23DC831B}">
      <dsp:nvSpPr>
        <dsp:cNvPr id="0" name=""/>
        <dsp:cNvSpPr/>
      </dsp:nvSpPr>
      <dsp:spPr>
        <a:xfrm>
          <a:off x="82613" y="909059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22E0FE-4E81-4C59-9C52-53E699E61B11}">
      <dsp:nvSpPr>
        <dsp:cNvPr id="0" name=""/>
        <dsp:cNvSpPr/>
      </dsp:nvSpPr>
      <dsp:spPr>
        <a:xfrm>
          <a:off x="271034" y="1097481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50269F-A191-4B06-992E-9AFA4A475C91}">
      <dsp:nvSpPr>
        <dsp:cNvPr id="0" name=""/>
        <dsp:cNvSpPr/>
      </dsp:nvSpPr>
      <dsp:spPr>
        <a:xfrm>
          <a:off x="1172126" y="9090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Automate Gmail tasks </a:t>
          </a:r>
          <a:endParaRPr lang="en-US" sz="1700" kern="1200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sp:txBody>
      <dsp:txXfrm>
        <a:off x="1172126" y="909059"/>
        <a:ext cx="2114937" cy="897246"/>
      </dsp:txXfrm>
    </dsp:sp>
    <dsp:sp modelId="{463AFBEC-101B-45EB-9608-6B35A16BBA31}">
      <dsp:nvSpPr>
        <dsp:cNvPr id="0" name=""/>
        <dsp:cNvSpPr/>
      </dsp:nvSpPr>
      <dsp:spPr>
        <a:xfrm>
          <a:off x="3655575" y="909059"/>
          <a:ext cx="897246" cy="8972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073B65-EEBD-408C-8C9B-F02BA2C55B80}">
      <dsp:nvSpPr>
        <dsp:cNvPr id="0" name=""/>
        <dsp:cNvSpPr/>
      </dsp:nvSpPr>
      <dsp:spPr>
        <a:xfrm>
          <a:off x="3843996" y="1097481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A9DC8B-E3A2-4D9D-8849-B27A4E503AE5}">
      <dsp:nvSpPr>
        <dsp:cNvPr id="0" name=""/>
        <dsp:cNvSpPr/>
      </dsp:nvSpPr>
      <dsp:spPr>
        <a:xfrm>
          <a:off x="4745088" y="9090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Manage Google Calendar events </a:t>
          </a:r>
          <a:endParaRPr lang="en-US" sz="1700" kern="1200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sp:txBody>
      <dsp:txXfrm>
        <a:off x="4745088" y="909059"/>
        <a:ext cx="2114937" cy="897246"/>
      </dsp:txXfrm>
    </dsp:sp>
    <dsp:sp modelId="{4909E65F-50F4-4778-9886-EFF5C523CC25}">
      <dsp:nvSpPr>
        <dsp:cNvPr id="0" name=""/>
        <dsp:cNvSpPr/>
      </dsp:nvSpPr>
      <dsp:spPr>
        <a:xfrm>
          <a:off x="7228536" y="909059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859C27-A41E-407E-B8B0-D022446163EB}">
      <dsp:nvSpPr>
        <dsp:cNvPr id="0" name=""/>
        <dsp:cNvSpPr/>
      </dsp:nvSpPr>
      <dsp:spPr>
        <a:xfrm>
          <a:off x="7416958" y="1097481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EBED9-D644-41C5-AAB1-E032D0DB5140}">
      <dsp:nvSpPr>
        <dsp:cNvPr id="0" name=""/>
        <dsp:cNvSpPr/>
      </dsp:nvSpPr>
      <dsp:spPr>
        <a:xfrm>
          <a:off x="8318049" y="9090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Enable Drive file operations </a:t>
          </a:r>
          <a:endParaRPr lang="en-US" sz="1700" kern="1200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sp:txBody>
      <dsp:txXfrm>
        <a:off x="8318049" y="909059"/>
        <a:ext cx="2114937" cy="897246"/>
      </dsp:txXfrm>
    </dsp:sp>
    <dsp:sp modelId="{6203AC9A-1306-4998-84B2-0216ADEF11EE}">
      <dsp:nvSpPr>
        <dsp:cNvPr id="0" name=""/>
        <dsp:cNvSpPr/>
      </dsp:nvSpPr>
      <dsp:spPr>
        <a:xfrm>
          <a:off x="82613" y="2546238"/>
          <a:ext cx="897246" cy="8972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727EAF-1B83-46F6-908C-45A945F94E9C}">
      <dsp:nvSpPr>
        <dsp:cNvPr id="0" name=""/>
        <dsp:cNvSpPr/>
      </dsp:nvSpPr>
      <dsp:spPr>
        <a:xfrm>
          <a:off x="271034" y="2734659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A0D358-49A6-4B0D-8630-339081BE5A37}">
      <dsp:nvSpPr>
        <dsp:cNvPr id="0" name=""/>
        <dsp:cNvSpPr/>
      </dsp:nvSpPr>
      <dsp:spPr>
        <a:xfrm>
          <a:off x="1172126" y="2546238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Perform AI-assisted web research </a:t>
          </a:r>
          <a:endParaRPr lang="en-US" sz="1700" kern="1200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sp:txBody>
      <dsp:txXfrm>
        <a:off x="1172126" y="2546238"/>
        <a:ext cx="2114937" cy="897246"/>
      </dsp:txXfrm>
    </dsp:sp>
    <dsp:sp modelId="{A5540EAF-98EA-43FA-9AA4-E789AF9D3D7C}">
      <dsp:nvSpPr>
        <dsp:cNvPr id="0" name=""/>
        <dsp:cNvSpPr/>
      </dsp:nvSpPr>
      <dsp:spPr>
        <a:xfrm>
          <a:off x="3655575" y="2546238"/>
          <a:ext cx="897246" cy="89724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E3ABC7-62CE-44F0-8063-C0C18DAB3413}">
      <dsp:nvSpPr>
        <dsp:cNvPr id="0" name=""/>
        <dsp:cNvSpPr/>
      </dsp:nvSpPr>
      <dsp:spPr>
        <a:xfrm>
          <a:off x="3843996" y="2734659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1092E-D722-4B30-953B-227E8ACA452C}">
      <dsp:nvSpPr>
        <dsp:cNvPr id="0" name=""/>
        <dsp:cNvSpPr/>
      </dsp:nvSpPr>
      <dsp:spPr>
        <a:xfrm>
          <a:off x="4745088" y="2546238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Implement Pomodoro productivity workflow </a:t>
          </a:r>
          <a:endParaRPr lang="en-US" sz="1700" kern="1200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sp:txBody>
      <dsp:txXfrm>
        <a:off x="4745088" y="2546238"/>
        <a:ext cx="2114937" cy="897246"/>
      </dsp:txXfrm>
    </dsp:sp>
    <dsp:sp modelId="{7ACE66F8-5F63-4BA4-A741-465044E0F640}">
      <dsp:nvSpPr>
        <dsp:cNvPr id="0" name=""/>
        <dsp:cNvSpPr/>
      </dsp:nvSpPr>
      <dsp:spPr>
        <a:xfrm>
          <a:off x="7228536" y="2546238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567C0-9D7E-4D43-AB46-89331F7B1B63}">
      <dsp:nvSpPr>
        <dsp:cNvPr id="0" name=""/>
        <dsp:cNvSpPr/>
      </dsp:nvSpPr>
      <dsp:spPr>
        <a:xfrm>
          <a:off x="7416958" y="2734659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728E2-37CB-49B6-BDD9-A7BD98F01647}">
      <dsp:nvSpPr>
        <dsp:cNvPr id="0" name=""/>
        <dsp:cNvSpPr/>
      </dsp:nvSpPr>
      <dsp:spPr>
        <a:xfrm>
          <a:off x="8318049" y="2546238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Centralize services using n8n </a:t>
          </a:r>
          <a:endParaRPr lang="en-US" sz="1700" kern="1200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sp:txBody>
      <dsp:txXfrm>
        <a:off x="8318049" y="2546238"/>
        <a:ext cx="2114937" cy="8972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178110-F389-4262-B025-D8115E540B1D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EF6033AF-B104-4903-8341-7A2122FE11FD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24C2E0-B53D-4964-A0DD-F77587D632EE}">
      <dsp:nvSpPr>
        <dsp:cNvPr id="0" name=""/>
        <dsp:cNvSpPr/>
      </dsp:nvSpPr>
      <dsp:spPr>
        <a:xfrm>
          <a:off x="836323" y="3399"/>
          <a:ext cx="4732020" cy="724089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📨Email Manager</a:t>
          </a:r>
        </a:p>
      </dsp:txBody>
      <dsp:txXfrm>
        <a:off x="836323" y="3399"/>
        <a:ext cx="4732020" cy="724089"/>
      </dsp:txXfrm>
    </dsp:sp>
    <dsp:sp modelId="{FBF70061-D45E-4219-9722-96048B0E6A3A}">
      <dsp:nvSpPr>
        <dsp:cNvPr id="0" name=""/>
        <dsp:cNvSpPr/>
      </dsp:nvSpPr>
      <dsp:spPr>
        <a:xfrm>
          <a:off x="5568343" y="3399"/>
          <a:ext cx="4947256" cy="724089"/>
        </a:xfrm>
        <a:prstGeom prst="rect">
          <a:avLst/>
        </a:prstGeom>
        <a:solidFill>
          <a:srgbClr val="CFE6E0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Read, Reply , Delete and manages all emails</a:t>
          </a:r>
        </a:p>
      </dsp:txBody>
      <dsp:txXfrm>
        <a:off x="5568343" y="3399"/>
        <a:ext cx="4947256" cy="724089"/>
      </dsp:txXfrm>
    </dsp:sp>
    <dsp:sp modelId="{0243FFF3-C1FC-4E05-8F35-E55DB632D137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FA748FDC-890F-4FB6-A6E8-A2E5C4A03A70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050E947-AE48-4A67-AEDB-135BF7053FF2}">
      <dsp:nvSpPr>
        <dsp:cNvPr id="0" name=""/>
        <dsp:cNvSpPr/>
      </dsp:nvSpPr>
      <dsp:spPr>
        <a:xfrm>
          <a:off x="836323" y="908511"/>
          <a:ext cx="4732020" cy="724089"/>
        </a:xfrm>
        <a:prstGeom prst="rect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📚 </a:t>
          </a:r>
          <a:r>
            <a:rPr lang="en-US" sz="1900" kern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Study Scheduler</a:t>
          </a:r>
        </a:p>
      </dsp:txBody>
      <dsp:txXfrm>
        <a:off x="836323" y="908511"/>
        <a:ext cx="4732020" cy="724089"/>
      </dsp:txXfrm>
    </dsp:sp>
    <dsp:sp modelId="{0C9CC483-49AB-4341-8C92-3852DEF3F835}">
      <dsp:nvSpPr>
        <dsp:cNvPr id="0" name=""/>
        <dsp:cNvSpPr/>
      </dsp:nvSpPr>
      <dsp:spPr>
        <a:xfrm>
          <a:off x="5568343" y="908511"/>
          <a:ext cx="4947256" cy="724089"/>
        </a:xfrm>
        <a:prstGeom prst="rect">
          <a:avLst/>
        </a:prstGeom>
        <a:solidFill>
          <a:srgbClr val="EE9B92">
            <a:alpha val="89804"/>
          </a:srgb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Poll canvas LMS for announcements</a:t>
          </a:r>
        </a:p>
      </dsp:txBody>
      <dsp:txXfrm>
        <a:off x="5568343" y="908511"/>
        <a:ext cx="4947256" cy="724089"/>
      </dsp:txXfrm>
    </dsp:sp>
    <dsp:sp modelId="{AA3C5907-917C-47F1-B70D-673A19683AB7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rgbClr val="CFE6E0"/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B4864CB3-13BF-4085-93A3-BBFDA8D2C39C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FCF2CE-706C-4097-AE3D-7E162ABE0B4E}">
      <dsp:nvSpPr>
        <dsp:cNvPr id="0" name=""/>
        <dsp:cNvSpPr/>
      </dsp:nvSpPr>
      <dsp:spPr>
        <a:xfrm>
          <a:off x="836323" y="1813624"/>
          <a:ext cx="4732020" cy="724089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🗓️ Calendar Assistant</a:t>
          </a:r>
        </a:p>
      </dsp:txBody>
      <dsp:txXfrm>
        <a:off x="836323" y="1813624"/>
        <a:ext cx="4732020" cy="724089"/>
      </dsp:txXfrm>
    </dsp:sp>
    <dsp:sp modelId="{8420B16B-F5FC-4775-B01A-536F9363200F}">
      <dsp:nvSpPr>
        <dsp:cNvPr id="0" name=""/>
        <dsp:cNvSpPr/>
      </dsp:nvSpPr>
      <dsp:spPr>
        <a:xfrm>
          <a:off x="5568343" y="1813624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Create and manage google calendar assistant</a:t>
          </a:r>
        </a:p>
      </dsp:txBody>
      <dsp:txXfrm>
        <a:off x="5568343" y="1813624"/>
        <a:ext cx="4947256" cy="724089"/>
      </dsp:txXfrm>
    </dsp:sp>
    <dsp:sp modelId="{C3A6C142-8E77-4168-A4F3-D6D31A8E2083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2CF20622-82F5-448B-A9B5-08E3B70DEAA3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7C110B1-E9DC-4528-8344-72B4EDBCB4D6}">
      <dsp:nvSpPr>
        <dsp:cNvPr id="0" name=""/>
        <dsp:cNvSpPr/>
      </dsp:nvSpPr>
      <dsp:spPr>
        <a:xfrm>
          <a:off x="836323" y="2718736"/>
          <a:ext cx="4732020" cy="724089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🥗 Diet Planner</a:t>
          </a:r>
        </a:p>
      </dsp:txBody>
      <dsp:txXfrm>
        <a:off x="836323" y="2718736"/>
        <a:ext cx="4732020" cy="724089"/>
      </dsp:txXfrm>
    </dsp:sp>
    <dsp:sp modelId="{3A876615-129D-4E73-9E9C-EBF7E8E819C6}">
      <dsp:nvSpPr>
        <dsp:cNvPr id="0" name=""/>
        <dsp:cNvSpPr/>
      </dsp:nvSpPr>
      <dsp:spPr>
        <a:xfrm>
          <a:off x="5568343" y="2718736"/>
          <a:ext cx="4947256" cy="724089"/>
        </a:xfrm>
        <a:prstGeom prst="rect">
          <a:avLst/>
        </a:prstGeom>
        <a:solidFill>
          <a:srgbClr val="CFE6E0">
            <a:alpha val="90000"/>
          </a:srgb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AI generated daily meal Plans</a:t>
          </a:r>
        </a:p>
      </dsp:txBody>
      <dsp:txXfrm>
        <a:off x="5568343" y="2718736"/>
        <a:ext cx="4947256" cy="724089"/>
      </dsp:txXfrm>
    </dsp:sp>
    <dsp:sp modelId="{FCE2040E-26B8-4AF9-9984-4CAFD536DD32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92B982E6-7B0D-45A5-B153-46921AA213A7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C116C5A-6837-46A0-AE31-67E7174F923D}">
      <dsp:nvSpPr>
        <dsp:cNvPr id="0" name=""/>
        <dsp:cNvSpPr/>
      </dsp:nvSpPr>
      <dsp:spPr>
        <a:xfrm>
          <a:off x="836323" y="3623848"/>
          <a:ext cx="4732020" cy="724089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 🗨️ Telegram Command Hub</a:t>
          </a:r>
        </a:p>
      </dsp:txBody>
      <dsp:txXfrm>
        <a:off x="836323" y="3623848"/>
        <a:ext cx="4732020" cy="724089"/>
      </dsp:txXfrm>
    </dsp:sp>
    <dsp:sp modelId="{31A5FD51-09D3-473A-8EF0-0B28E4977245}">
      <dsp:nvSpPr>
        <dsp:cNvPr id="0" name=""/>
        <dsp:cNvSpPr/>
      </dsp:nvSpPr>
      <dsp:spPr>
        <a:xfrm>
          <a:off x="5568343" y="3623848"/>
          <a:ext cx="4947256" cy="724089"/>
        </a:xfrm>
        <a:prstGeom prst="rect">
          <a:avLst/>
        </a:prstGeom>
        <a:solidFill>
          <a:srgbClr val="CFE6E0">
            <a:alpha val="90000"/>
          </a:srgb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Single Interface  for all features</a:t>
          </a:r>
        </a:p>
      </dsp:txBody>
      <dsp:txXfrm>
        <a:off x="5568343" y="3623848"/>
        <a:ext cx="4947256" cy="7240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793B72-BDB2-4EC9-B32C-37882DBBEF74}">
      <dsp:nvSpPr>
        <dsp:cNvPr id="0" name=""/>
        <dsp:cNvSpPr/>
      </dsp:nvSpPr>
      <dsp:spPr>
        <a:xfrm>
          <a:off x="4778" y="1079166"/>
          <a:ext cx="2093856" cy="837542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Input</a:t>
          </a:r>
        </a:p>
      </dsp:txBody>
      <dsp:txXfrm>
        <a:off x="423549" y="1079166"/>
        <a:ext cx="1256314" cy="837542"/>
      </dsp:txXfrm>
    </dsp:sp>
    <dsp:sp modelId="{A8729A34-177E-4E6C-B8F0-F7CD46B19234}">
      <dsp:nvSpPr>
        <dsp:cNvPr id="0" name=""/>
        <dsp:cNvSpPr/>
      </dsp:nvSpPr>
      <dsp:spPr>
        <a:xfrm>
          <a:off x="4778" y="2021402"/>
          <a:ext cx="1675085" cy="1966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Telegram Message Hub  </a:t>
          </a:r>
          <a:r>
            <a:rPr lang="en-US" sz="1800" kern="1200" dirty="0" err="1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MochiAiBot</a:t>
          </a:r>
          <a:endParaRPr lang="en-US" sz="1800" kern="1200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sp:txBody>
      <dsp:txXfrm>
        <a:off x="4778" y="2021402"/>
        <a:ext cx="1675085" cy="1966781"/>
      </dsp:txXfrm>
    </dsp:sp>
    <dsp:sp modelId="{42C59908-EF3A-435B-A193-0C3DE163E2D8}">
      <dsp:nvSpPr>
        <dsp:cNvPr id="0" name=""/>
        <dsp:cNvSpPr/>
      </dsp:nvSpPr>
      <dsp:spPr>
        <a:xfrm>
          <a:off x="1882634" y="1079166"/>
          <a:ext cx="2093856" cy="837542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AI Processing </a:t>
          </a:r>
        </a:p>
      </dsp:txBody>
      <dsp:txXfrm>
        <a:off x="2301405" y="1079166"/>
        <a:ext cx="1256314" cy="837542"/>
      </dsp:txXfrm>
    </dsp:sp>
    <dsp:sp modelId="{C9C5D175-980D-4628-B1DB-0F0B12529D67}">
      <dsp:nvSpPr>
        <dsp:cNvPr id="0" name=""/>
        <dsp:cNvSpPr/>
      </dsp:nvSpPr>
      <dsp:spPr>
        <a:xfrm>
          <a:off x="1882634" y="2021402"/>
          <a:ext cx="1675085" cy="1966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AI Agent  detect intention</a:t>
          </a:r>
        </a:p>
      </dsp:txBody>
      <dsp:txXfrm>
        <a:off x="1882634" y="2021402"/>
        <a:ext cx="1675085" cy="1966781"/>
      </dsp:txXfrm>
    </dsp:sp>
    <dsp:sp modelId="{7EE259A2-04A9-46B2-B15A-D2BBF315A708}">
      <dsp:nvSpPr>
        <dsp:cNvPr id="0" name=""/>
        <dsp:cNvSpPr/>
      </dsp:nvSpPr>
      <dsp:spPr>
        <a:xfrm>
          <a:off x="3760490" y="1079166"/>
          <a:ext cx="2093856" cy="837542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Workflow Routing</a:t>
          </a:r>
        </a:p>
      </dsp:txBody>
      <dsp:txXfrm>
        <a:off x="4179261" y="1079166"/>
        <a:ext cx="1256314" cy="837542"/>
      </dsp:txXfrm>
    </dsp:sp>
    <dsp:sp modelId="{F5420402-176F-4807-8AF1-6FD94398F786}">
      <dsp:nvSpPr>
        <dsp:cNvPr id="0" name=""/>
        <dsp:cNvSpPr/>
      </dsp:nvSpPr>
      <dsp:spPr>
        <a:xfrm>
          <a:off x="3760490" y="2021402"/>
          <a:ext cx="1675085" cy="1966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Tool Selection</a:t>
          </a:r>
        </a:p>
      </dsp:txBody>
      <dsp:txXfrm>
        <a:off x="3760490" y="2021402"/>
        <a:ext cx="1675085" cy="1966781"/>
      </dsp:txXfrm>
    </dsp:sp>
    <dsp:sp modelId="{CE8F7AD0-5095-4C63-963D-B1EF33606B94}">
      <dsp:nvSpPr>
        <dsp:cNvPr id="0" name=""/>
        <dsp:cNvSpPr/>
      </dsp:nvSpPr>
      <dsp:spPr>
        <a:xfrm>
          <a:off x="5638347" y="1079166"/>
          <a:ext cx="2093856" cy="837542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Integrated Services</a:t>
          </a:r>
        </a:p>
      </dsp:txBody>
      <dsp:txXfrm>
        <a:off x="6057118" y="1079166"/>
        <a:ext cx="1256314" cy="837542"/>
      </dsp:txXfrm>
    </dsp:sp>
    <dsp:sp modelId="{CF47CA44-4C6B-42F4-901E-23EED32ABBAA}">
      <dsp:nvSpPr>
        <dsp:cNvPr id="0" name=""/>
        <dsp:cNvSpPr/>
      </dsp:nvSpPr>
      <dsp:spPr>
        <a:xfrm>
          <a:off x="5638347" y="2021402"/>
          <a:ext cx="1675085" cy="1966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Gmail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Google Calendar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Google Drive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SerpAPI</a:t>
          </a:r>
          <a:endParaRPr lang="en-US" sz="1800" kern="1200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Calculator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Pomodoro </a:t>
          </a:r>
        </a:p>
      </dsp:txBody>
      <dsp:txXfrm>
        <a:off x="5638347" y="2021402"/>
        <a:ext cx="1675085" cy="1966781"/>
      </dsp:txXfrm>
    </dsp:sp>
    <dsp:sp modelId="{C7D1E3F0-749F-4492-9B7B-EF7E2759318B}">
      <dsp:nvSpPr>
        <dsp:cNvPr id="0" name=""/>
        <dsp:cNvSpPr/>
      </dsp:nvSpPr>
      <dsp:spPr>
        <a:xfrm>
          <a:off x="7516203" y="1079166"/>
          <a:ext cx="2093856" cy="83754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Output</a:t>
          </a:r>
        </a:p>
      </dsp:txBody>
      <dsp:txXfrm>
        <a:off x="7934974" y="1079166"/>
        <a:ext cx="1256314" cy="837542"/>
      </dsp:txXfrm>
    </dsp:sp>
    <dsp:sp modelId="{DE27C52C-1DFB-4268-B104-9746B0E0DEAC}">
      <dsp:nvSpPr>
        <dsp:cNvPr id="0" name=""/>
        <dsp:cNvSpPr/>
      </dsp:nvSpPr>
      <dsp:spPr>
        <a:xfrm>
          <a:off x="7516203" y="2021402"/>
          <a:ext cx="1675085" cy="1966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Automated Actions + Telegram Responses</a:t>
          </a:r>
        </a:p>
      </dsp:txBody>
      <dsp:txXfrm>
        <a:off x="7516203" y="2021402"/>
        <a:ext cx="1675085" cy="19667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75D34A-0846-4D4E-A6B0-456ACA2A377D}">
      <dsp:nvSpPr>
        <dsp:cNvPr id="0" name=""/>
        <dsp:cNvSpPr/>
      </dsp:nvSpPr>
      <dsp:spPr>
        <a:xfrm>
          <a:off x="438504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FD9226-86A6-4D21-BD4B-DBF224D6D2A5}">
      <dsp:nvSpPr>
        <dsp:cNvPr id="0" name=""/>
        <dsp:cNvSpPr/>
      </dsp:nvSpPr>
      <dsp:spPr>
        <a:xfrm>
          <a:off x="1512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Gmail Automation</a:t>
          </a:r>
        </a:p>
      </dsp:txBody>
      <dsp:txXfrm>
        <a:off x="1512" y="2261913"/>
        <a:ext cx="1589062" cy="635625"/>
      </dsp:txXfrm>
    </dsp:sp>
    <dsp:sp modelId="{D19331C7-1D73-463F-B331-3B5B6BDF221F}">
      <dsp:nvSpPr>
        <dsp:cNvPr id="0" name=""/>
        <dsp:cNvSpPr/>
      </dsp:nvSpPr>
      <dsp:spPr>
        <a:xfrm>
          <a:off x="2305652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2B4D6E-E1B0-46A4-9254-B824E148D6A6}">
      <dsp:nvSpPr>
        <dsp:cNvPr id="0" name=""/>
        <dsp:cNvSpPr/>
      </dsp:nvSpPr>
      <dsp:spPr>
        <a:xfrm>
          <a:off x="1868660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Calendar Management</a:t>
          </a:r>
        </a:p>
      </dsp:txBody>
      <dsp:txXfrm>
        <a:off x="1868660" y="2261913"/>
        <a:ext cx="1589062" cy="635625"/>
      </dsp:txXfrm>
    </dsp:sp>
    <dsp:sp modelId="{79259CA2-52A4-4AC7-A49D-E790DDB27850}">
      <dsp:nvSpPr>
        <dsp:cNvPr id="0" name=""/>
        <dsp:cNvSpPr/>
      </dsp:nvSpPr>
      <dsp:spPr>
        <a:xfrm>
          <a:off x="4172801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16ABF-EF37-46B7-AF5A-C2B8DEA6BF3D}">
      <dsp:nvSpPr>
        <dsp:cNvPr id="0" name=""/>
        <dsp:cNvSpPr/>
      </dsp:nvSpPr>
      <dsp:spPr>
        <a:xfrm>
          <a:off x="3735809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Research Agent</a:t>
          </a:r>
        </a:p>
      </dsp:txBody>
      <dsp:txXfrm>
        <a:off x="3735809" y="2261913"/>
        <a:ext cx="1589062" cy="635625"/>
      </dsp:txXfrm>
    </dsp:sp>
    <dsp:sp modelId="{6C5FBC3A-FA80-470A-8F0E-28E9609A12BD}">
      <dsp:nvSpPr>
        <dsp:cNvPr id="0" name=""/>
        <dsp:cNvSpPr/>
      </dsp:nvSpPr>
      <dsp:spPr>
        <a:xfrm>
          <a:off x="6039949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284388-8E88-4396-8F4A-A5B571811478}">
      <dsp:nvSpPr>
        <dsp:cNvPr id="0" name=""/>
        <dsp:cNvSpPr/>
      </dsp:nvSpPr>
      <dsp:spPr>
        <a:xfrm>
          <a:off x="5602957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AI Utilities </a:t>
          </a:r>
        </a:p>
      </dsp:txBody>
      <dsp:txXfrm>
        <a:off x="5602957" y="2261913"/>
        <a:ext cx="1589062" cy="635625"/>
      </dsp:txXfrm>
    </dsp:sp>
    <dsp:sp modelId="{B931594D-3B59-4DDE-B983-3CE48F1B94BF}">
      <dsp:nvSpPr>
        <dsp:cNvPr id="0" name=""/>
        <dsp:cNvSpPr/>
      </dsp:nvSpPr>
      <dsp:spPr>
        <a:xfrm>
          <a:off x="7907098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F6144E-56E2-4591-A0B0-F543275F0497}">
      <dsp:nvSpPr>
        <dsp:cNvPr id="0" name=""/>
        <dsp:cNvSpPr/>
      </dsp:nvSpPr>
      <dsp:spPr>
        <a:xfrm>
          <a:off x="7470105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Google Drive Management</a:t>
          </a:r>
        </a:p>
      </dsp:txBody>
      <dsp:txXfrm>
        <a:off x="7470105" y="2261913"/>
        <a:ext cx="1589062" cy="635625"/>
      </dsp:txXfrm>
    </dsp:sp>
    <dsp:sp modelId="{7799E72C-8B25-463C-9DD4-32D8B53C1E71}">
      <dsp:nvSpPr>
        <dsp:cNvPr id="0" name=""/>
        <dsp:cNvSpPr/>
      </dsp:nvSpPr>
      <dsp:spPr>
        <a:xfrm>
          <a:off x="9774246" y="1295266"/>
          <a:ext cx="715078" cy="71507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E6145D-4349-4D8F-A4F3-8ED0949B46CE}">
      <dsp:nvSpPr>
        <dsp:cNvPr id="0" name=""/>
        <dsp:cNvSpPr/>
      </dsp:nvSpPr>
      <dsp:spPr>
        <a:xfrm>
          <a:off x="9337254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rPr>
            <a:t>Productivity System &amp; Focus</a:t>
          </a:r>
        </a:p>
      </dsp:txBody>
      <dsp:txXfrm>
        <a:off x="9337254" y="2261913"/>
        <a:ext cx="1589062" cy="6356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C8F5B2-5306-49BB-BAC2-6C71CF356E4D}">
      <dsp:nvSpPr>
        <dsp:cNvPr id="0" name=""/>
        <dsp:cNvSpPr/>
      </dsp:nvSpPr>
      <dsp:spPr>
        <a:xfrm>
          <a:off x="0" y="226762"/>
          <a:ext cx="1476208" cy="8857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/>
            <a:buNone/>
          </a:pPr>
          <a:r>
            <a:rPr lang="en-US" sz="19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  <a:sym typeface="Arimo"/>
            </a:rPr>
            <a:t>Send emails </a:t>
          </a:r>
          <a:endParaRPr lang="en-US" sz="1900" kern="1200" dirty="0">
            <a:latin typeface="Roboto" panose="02000000000000000000" pitchFamily="2" charset="0"/>
            <a:ea typeface="Roboto" panose="02000000000000000000" pitchFamily="2" charset="0"/>
            <a:cs typeface="Sans Serif Collection" panose="020B0502040504020204" pitchFamily="34" charset="0"/>
          </a:endParaRPr>
        </a:p>
      </dsp:txBody>
      <dsp:txXfrm>
        <a:off x="0" y="226762"/>
        <a:ext cx="1476208" cy="885724"/>
      </dsp:txXfrm>
    </dsp:sp>
    <dsp:sp modelId="{92A54671-EFE6-4B6B-8AEF-71777BF58C91}">
      <dsp:nvSpPr>
        <dsp:cNvPr id="0" name=""/>
        <dsp:cNvSpPr/>
      </dsp:nvSpPr>
      <dsp:spPr>
        <a:xfrm>
          <a:off x="1623828" y="226762"/>
          <a:ext cx="1476208" cy="8857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  <a:sym typeface="Arimo"/>
            </a:rPr>
            <a:t>Reply to emails </a:t>
          </a:r>
        </a:p>
      </dsp:txBody>
      <dsp:txXfrm>
        <a:off x="1623828" y="226762"/>
        <a:ext cx="1476208" cy="885724"/>
      </dsp:txXfrm>
    </dsp:sp>
    <dsp:sp modelId="{BF72EF79-0708-40CF-BF58-92D500AB28B2}">
      <dsp:nvSpPr>
        <dsp:cNvPr id="0" name=""/>
        <dsp:cNvSpPr/>
      </dsp:nvSpPr>
      <dsp:spPr>
        <a:xfrm>
          <a:off x="3247657" y="226762"/>
          <a:ext cx="1476208" cy="8857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  <a:sym typeface="Arimo"/>
            </a:rPr>
            <a:t>Create drafts </a:t>
          </a:r>
        </a:p>
      </dsp:txBody>
      <dsp:txXfrm>
        <a:off x="3247657" y="226762"/>
        <a:ext cx="1476208" cy="885724"/>
      </dsp:txXfrm>
    </dsp:sp>
    <dsp:sp modelId="{30B9FEDC-4040-42E6-9909-4682922FAEC2}">
      <dsp:nvSpPr>
        <dsp:cNvPr id="0" name=""/>
        <dsp:cNvSpPr/>
      </dsp:nvSpPr>
      <dsp:spPr>
        <a:xfrm>
          <a:off x="0" y="1260108"/>
          <a:ext cx="1476208" cy="8857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Roboto" panose="02000000000000000000" pitchFamily="2" charset="0"/>
              <a:ea typeface="Roboto" panose="02000000000000000000" pitchFamily="2" charset="0"/>
              <a:cs typeface="Arimo"/>
              <a:sym typeface="Arimo"/>
            </a:rPr>
            <a:t>Add/remove labels </a:t>
          </a:r>
        </a:p>
      </dsp:txBody>
      <dsp:txXfrm>
        <a:off x="0" y="1260108"/>
        <a:ext cx="1476208" cy="885724"/>
      </dsp:txXfrm>
    </dsp:sp>
    <dsp:sp modelId="{78EDB6ED-AA1D-4F53-8C33-1D9C530D6197}">
      <dsp:nvSpPr>
        <dsp:cNvPr id="0" name=""/>
        <dsp:cNvSpPr/>
      </dsp:nvSpPr>
      <dsp:spPr>
        <a:xfrm>
          <a:off x="1623828" y="1260108"/>
          <a:ext cx="1476208" cy="8857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Roboto" panose="02000000000000000000" pitchFamily="2" charset="0"/>
              <a:ea typeface="Roboto" panose="02000000000000000000" pitchFamily="2" charset="0"/>
              <a:cs typeface="Arimo"/>
              <a:sym typeface="Arimo"/>
            </a:rPr>
            <a:t>Delete emails </a:t>
          </a:r>
          <a:endParaRPr lang="en-US" sz="1900" kern="1200" dirty="0">
            <a:latin typeface="Roboto" panose="02000000000000000000" pitchFamily="2" charset="0"/>
            <a:ea typeface="Roboto" panose="02000000000000000000" pitchFamily="2" charset="0"/>
            <a:cs typeface="Arimo"/>
            <a:sym typeface="Arimo"/>
          </a:endParaRPr>
        </a:p>
      </dsp:txBody>
      <dsp:txXfrm>
        <a:off x="1623828" y="1260108"/>
        <a:ext cx="1476208" cy="885724"/>
      </dsp:txXfrm>
    </dsp:sp>
    <dsp:sp modelId="{7F56F1C5-711E-4F10-8181-D1F1AB7C3EEA}">
      <dsp:nvSpPr>
        <dsp:cNvPr id="0" name=""/>
        <dsp:cNvSpPr/>
      </dsp:nvSpPr>
      <dsp:spPr>
        <a:xfrm>
          <a:off x="3247657" y="1260108"/>
          <a:ext cx="1476208" cy="8857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Roboto" panose="02000000000000000000" pitchFamily="2" charset="0"/>
              <a:ea typeface="Roboto" panose="02000000000000000000" pitchFamily="2" charset="0"/>
              <a:cs typeface="Arimo"/>
              <a:sym typeface="Arimo"/>
            </a:rPr>
            <a:t>Retrieve emails</a:t>
          </a:r>
        </a:p>
      </dsp:txBody>
      <dsp:txXfrm>
        <a:off x="3247657" y="1260108"/>
        <a:ext cx="1476208" cy="885724"/>
      </dsp:txXfrm>
    </dsp:sp>
    <dsp:sp modelId="{DD9E0605-5C72-4DCB-8182-6000E8131F64}">
      <dsp:nvSpPr>
        <dsp:cNvPr id="0" name=""/>
        <dsp:cNvSpPr/>
      </dsp:nvSpPr>
      <dsp:spPr>
        <a:xfrm>
          <a:off x="1065017" y="2293454"/>
          <a:ext cx="2593830" cy="8857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  <a:sym typeface="Arimo"/>
            </a:rPr>
            <a:t>Mark / Unmark as read </a:t>
          </a:r>
        </a:p>
      </dsp:txBody>
      <dsp:txXfrm>
        <a:off x="1065017" y="2293454"/>
        <a:ext cx="2593830" cy="8857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E03ACF-CCE8-4B81-A5AE-953A522F3187}">
      <dsp:nvSpPr>
        <dsp:cNvPr id="0" name=""/>
        <dsp:cNvSpPr/>
      </dsp:nvSpPr>
      <dsp:spPr>
        <a:xfrm>
          <a:off x="467" y="174150"/>
          <a:ext cx="1824231" cy="1094538"/>
        </a:xfrm>
        <a:prstGeom prst="flowChartAlternateProcess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2400" b="0" i="0" u="none" strike="noStrike" kern="1200" cap="none" normalizeH="0" baseline="0" dirty="0">
              <a:ln/>
              <a:effectLst/>
              <a:latin typeface="Roboto" panose="02000000000000000000" pitchFamily="2" charset="0"/>
              <a:ea typeface="Roboto" panose="02000000000000000000" pitchFamily="2" charset="0"/>
            </a:rPr>
            <a:t>📆Create events </a:t>
          </a:r>
          <a:endParaRPr lang="en-US" sz="240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53897" y="227580"/>
        <a:ext cx="1717371" cy="987678"/>
      </dsp:txXfrm>
    </dsp:sp>
    <dsp:sp modelId="{0AD55331-FC26-456D-872E-822B1B5B5D5A}">
      <dsp:nvSpPr>
        <dsp:cNvPr id="0" name=""/>
        <dsp:cNvSpPr/>
      </dsp:nvSpPr>
      <dsp:spPr>
        <a:xfrm>
          <a:off x="2007122" y="174150"/>
          <a:ext cx="1824231" cy="109453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2400" b="0" i="0" u="none" strike="noStrike" kern="1200" cap="none" normalizeH="0" baseline="0" dirty="0">
              <a:ln/>
              <a:effectLst/>
              <a:latin typeface="Roboto" panose="02000000000000000000" pitchFamily="2" charset="0"/>
              <a:ea typeface="Roboto" panose="02000000000000000000" pitchFamily="2" charset="0"/>
            </a:rPr>
            <a:t>📥Retrieve events </a:t>
          </a:r>
        </a:p>
      </dsp:txBody>
      <dsp:txXfrm>
        <a:off x="2060553" y="227581"/>
        <a:ext cx="1717369" cy="987676"/>
      </dsp:txXfrm>
    </dsp:sp>
    <dsp:sp modelId="{7BCE6B2F-6A76-4FF4-8158-5B5F3899518C}">
      <dsp:nvSpPr>
        <dsp:cNvPr id="0" name=""/>
        <dsp:cNvSpPr/>
      </dsp:nvSpPr>
      <dsp:spPr>
        <a:xfrm>
          <a:off x="467" y="1451112"/>
          <a:ext cx="1824231" cy="109453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kern="1200" dirty="0">
              <a:latin typeface="Roboto" panose="02000000000000000000" pitchFamily="2" charset="0"/>
              <a:ea typeface="Roboto" panose="02000000000000000000" pitchFamily="2" charset="0"/>
            </a:rPr>
            <a:t>📝Update events</a:t>
          </a:r>
          <a:endParaRPr kumimoji="0" lang="en-US" altLang="en-US" sz="2400" b="0" i="0" u="none" strike="noStrike" kern="1200" cap="none" normalizeH="0" baseline="0" dirty="0">
            <a:ln/>
            <a:effectLst/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53898" y="1504543"/>
        <a:ext cx="1717369" cy="987676"/>
      </dsp:txXfrm>
    </dsp:sp>
    <dsp:sp modelId="{CF508539-DEF5-4523-AD2D-4CECF87B64BA}">
      <dsp:nvSpPr>
        <dsp:cNvPr id="0" name=""/>
        <dsp:cNvSpPr/>
      </dsp:nvSpPr>
      <dsp:spPr>
        <a:xfrm>
          <a:off x="2007122" y="1451112"/>
          <a:ext cx="1824231" cy="109453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2400" b="0" i="0" u="none" strike="noStrike" kern="1200" cap="none" normalizeH="0" baseline="0" dirty="0">
              <a:ln/>
              <a:effectLst/>
              <a:latin typeface="Roboto" panose="02000000000000000000" pitchFamily="2" charset="0"/>
              <a:ea typeface="Roboto" panose="02000000000000000000" pitchFamily="2" charset="0"/>
            </a:rPr>
            <a:t>🪣Delete events </a:t>
          </a:r>
        </a:p>
      </dsp:txBody>
      <dsp:txXfrm>
        <a:off x="2060553" y="1504543"/>
        <a:ext cx="1717369" cy="9876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6EE676-C0F3-4F9E-B662-8A13D3FD76B4}">
      <dsp:nvSpPr>
        <dsp:cNvPr id="0" name=""/>
        <dsp:cNvSpPr/>
      </dsp:nvSpPr>
      <dsp:spPr>
        <a:xfrm>
          <a:off x="0" y="248882"/>
          <a:ext cx="1770021" cy="10620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masis MT Pro Medium" panose="02040604050005020304" pitchFamily="18" charset="0"/>
            </a:rPr>
            <a:t>🚀Real Time and Real Results</a:t>
          </a:r>
          <a:endParaRPr lang="en-US" sz="1500" kern="1200" dirty="0"/>
        </a:p>
      </dsp:txBody>
      <dsp:txXfrm>
        <a:off x="51843" y="300725"/>
        <a:ext cx="1666335" cy="958327"/>
      </dsp:txXfrm>
    </dsp:sp>
    <dsp:sp modelId="{F74969DB-49E3-4CAF-8807-476D14C3C2CC}">
      <dsp:nvSpPr>
        <dsp:cNvPr id="0" name=""/>
        <dsp:cNvSpPr/>
      </dsp:nvSpPr>
      <dsp:spPr>
        <a:xfrm>
          <a:off x="1947024" y="248882"/>
          <a:ext cx="1770021" cy="10620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masis MT Pro Medium" panose="02040604050005020304" pitchFamily="18" charset="0"/>
            </a:rPr>
            <a:t>🗺️Accurate Locations</a:t>
          </a:r>
        </a:p>
      </dsp:txBody>
      <dsp:txXfrm>
        <a:off x="1998867" y="300725"/>
        <a:ext cx="1666335" cy="958327"/>
      </dsp:txXfrm>
    </dsp:sp>
    <dsp:sp modelId="{6C60B69F-241B-4F22-B95D-D252B380C3EF}">
      <dsp:nvSpPr>
        <dsp:cNvPr id="0" name=""/>
        <dsp:cNvSpPr/>
      </dsp:nvSpPr>
      <dsp:spPr>
        <a:xfrm>
          <a:off x="3894048" y="248882"/>
          <a:ext cx="1770021" cy="10620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masis MT Pro Medium" panose="02040604050005020304" pitchFamily="18" charset="0"/>
            </a:rPr>
            <a:t>🔍 Google Web Search API</a:t>
          </a:r>
          <a:endParaRPr lang="en-US" sz="1500" kern="1200" dirty="0"/>
        </a:p>
      </dsp:txBody>
      <dsp:txXfrm>
        <a:off x="3945891" y="300725"/>
        <a:ext cx="1666335" cy="958327"/>
      </dsp:txXfrm>
    </dsp:sp>
    <dsp:sp modelId="{707C35B9-F378-47CD-B325-4D5B380A6B6B}">
      <dsp:nvSpPr>
        <dsp:cNvPr id="0" name=""/>
        <dsp:cNvSpPr/>
      </dsp:nvSpPr>
      <dsp:spPr>
        <a:xfrm>
          <a:off x="0" y="1487897"/>
          <a:ext cx="1770021" cy="10620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masis MT Pro Medium" panose="02040604050005020304" pitchFamily="18" charset="0"/>
            </a:rPr>
            <a:t>📍 Google Maps &amp; Local Search API</a:t>
          </a:r>
          <a:endParaRPr lang="en-US" sz="1500" kern="1200" dirty="0"/>
        </a:p>
      </dsp:txBody>
      <dsp:txXfrm>
        <a:off x="51843" y="1539740"/>
        <a:ext cx="1666335" cy="958327"/>
      </dsp:txXfrm>
    </dsp:sp>
    <dsp:sp modelId="{67D3D295-9F6F-41C5-86EA-5E7D6A8821A8}">
      <dsp:nvSpPr>
        <dsp:cNvPr id="0" name=""/>
        <dsp:cNvSpPr/>
      </dsp:nvSpPr>
      <dsp:spPr>
        <a:xfrm>
          <a:off x="1947024" y="1487897"/>
          <a:ext cx="1770021" cy="10620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masis MT Pro Medium" panose="02040604050005020304" pitchFamily="18" charset="0"/>
            </a:rPr>
            <a:t>🍽 Restaurant Recommendation System</a:t>
          </a:r>
          <a:endParaRPr lang="en-US" sz="1500" kern="1200" dirty="0"/>
        </a:p>
      </dsp:txBody>
      <dsp:txXfrm>
        <a:off x="1998867" y="1539740"/>
        <a:ext cx="1666335" cy="958327"/>
      </dsp:txXfrm>
    </dsp:sp>
    <dsp:sp modelId="{03CD1DB4-94AF-4B3C-B3F0-93D994963655}">
      <dsp:nvSpPr>
        <dsp:cNvPr id="0" name=""/>
        <dsp:cNvSpPr/>
      </dsp:nvSpPr>
      <dsp:spPr>
        <a:xfrm>
          <a:off x="3894048" y="1487897"/>
          <a:ext cx="1770021" cy="10620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masis MT Pro Medium" panose="02040604050005020304" pitchFamily="18" charset="0"/>
            </a:rPr>
            <a:t>✈ Google Hotels &amp; Travel Information</a:t>
          </a:r>
          <a:endParaRPr lang="en-US" sz="1500" kern="1200" dirty="0"/>
        </a:p>
      </dsp:txBody>
      <dsp:txXfrm>
        <a:off x="3945891" y="1539740"/>
        <a:ext cx="1666335" cy="958327"/>
      </dsp:txXfrm>
    </dsp:sp>
    <dsp:sp modelId="{E5B7FD58-F3C0-4C23-90F1-69F3EF49E161}">
      <dsp:nvSpPr>
        <dsp:cNvPr id="0" name=""/>
        <dsp:cNvSpPr/>
      </dsp:nvSpPr>
      <dsp:spPr>
        <a:xfrm>
          <a:off x="0" y="2726912"/>
          <a:ext cx="1770021" cy="10620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masis MT Pro Medium" panose="02040604050005020304" pitchFamily="18" charset="0"/>
            </a:rPr>
            <a:t>📰 News &amp; Research Retrieval</a:t>
          </a:r>
          <a:endParaRPr lang="en-US" sz="1500" kern="1200" dirty="0"/>
        </a:p>
      </dsp:txBody>
      <dsp:txXfrm>
        <a:off x="51843" y="2778755"/>
        <a:ext cx="1666335" cy="958327"/>
      </dsp:txXfrm>
    </dsp:sp>
    <dsp:sp modelId="{C7B8E451-A311-4796-AD89-2D14E52B28F0}">
      <dsp:nvSpPr>
        <dsp:cNvPr id="0" name=""/>
        <dsp:cNvSpPr/>
      </dsp:nvSpPr>
      <dsp:spPr>
        <a:xfrm>
          <a:off x="1947024" y="2726912"/>
          <a:ext cx="1770021" cy="10620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masis MT Pro Medium" panose="02040604050005020304" pitchFamily="18" charset="0"/>
            </a:rPr>
            <a:t>🎥 YouTube Transcript Access API</a:t>
          </a:r>
          <a:endParaRPr lang="en-US" sz="1500" kern="1200" dirty="0"/>
        </a:p>
      </dsp:txBody>
      <dsp:txXfrm>
        <a:off x="1998867" y="2778755"/>
        <a:ext cx="1666335" cy="958327"/>
      </dsp:txXfrm>
    </dsp:sp>
    <dsp:sp modelId="{9704C914-DA28-4D81-AB82-DFD868AA3C6C}">
      <dsp:nvSpPr>
        <dsp:cNvPr id="0" name=""/>
        <dsp:cNvSpPr/>
      </dsp:nvSpPr>
      <dsp:spPr>
        <a:xfrm>
          <a:off x="3894048" y="2726912"/>
          <a:ext cx="1770021" cy="10620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masis MT Pro Medium" panose="02040604050005020304" pitchFamily="18" charset="0"/>
            </a:rPr>
            <a:t>🛒 Product &amp; Shopping Search APIs</a:t>
          </a:r>
          <a:endParaRPr lang="en-US" sz="1500" kern="1200" dirty="0"/>
        </a:p>
      </dsp:txBody>
      <dsp:txXfrm>
        <a:off x="3945891" y="2778755"/>
        <a:ext cx="1666335" cy="95832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AED5E-F8FB-4E53-9D3E-29FC13FE8F5D}">
      <dsp:nvSpPr>
        <dsp:cNvPr id="0" name=""/>
        <dsp:cNvSpPr/>
      </dsp:nvSpPr>
      <dsp:spPr>
        <a:xfrm>
          <a:off x="627750" y="909200"/>
          <a:ext cx="670359" cy="670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17A3C-67D8-40A9-B23E-4D9BDB7296EB}">
      <dsp:nvSpPr>
        <dsp:cNvPr id="0" name=""/>
        <dsp:cNvSpPr/>
      </dsp:nvSpPr>
      <dsp:spPr>
        <a:xfrm>
          <a:off x="5273" y="1660013"/>
          <a:ext cx="1915312" cy="430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>
              <a:latin typeface="Roboto" panose="02000000000000000000" pitchFamily="2" charset="0"/>
              <a:ea typeface="Roboto" panose="02000000000000000000" pitchFamily="2" charset="0"/>
            </a:rPr>
            <a:t>Workflow Automation</a:t>
          </a:r>
          <a:endParaRPr lang="en-US" sz="140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5273" y="1660013"/>
        <a:ext cx="1915312" cy="430945"/>
      </dsp:txXfrm>
    </dsp:sp>
    <dsp:sp modelId="{2F09CCB7-5617-4D75-9ABB-41767451B293}">
      <dsp:nvSpPr>
        <dsp:cNvPr id="0" name=""/>
        <dsp:cNvSpPr/>
      </dsp:nvSpPr>
      <dsp:spPr>
        <a:xfrm>
          <a:off x="5273" y="2128378"/>
          <a:ext cx="1915312" cy="651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Roboto" panose="02000000000000000000" pitchFamily="2" charset="0"/>
              <a:ea typeface="Roboto" panose="02000000000000000000" pitchFamily="2" charset="0"/>
            </a:rPr>
            <a:t>n8n </a:t>
          </a:r>
        </a:p>
      </dsp:txBody>
      <dsp:txXfrm>
        <a:off x="5273" y="2128378"/>
        <a:ext cx="1915312" cy="651825"/>
      </dsp:txXfrm>
    </dsp:sp>
    <dsp:sp modelId="{3C067CFE-83E4-4686-87AB-8F47B079D949}">
      <dsp:nvSpPr>
        <dsp:cNvPr id="0" name=""/>
        <dsp:cNvSpPr/>
      </dsp:nvSpPr>
      <dsp:spPr>
        <a:xfrm>
          <a:off x="2878242" y="909200"/>
          <a:ext cx="670359" cy="670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5CDF75-1318-471B-B9E5-1B9A3177448C}">
      <dsp:nvSpPr>
        <dsp:cNvPr id="0" name=""/>
        <dsp:cNvSpPr/>
      </dsp:nvSpPr>
      <dsp:spPr>
        <a:xfrm>
          <a:off x="2255766" y="1660013"/>
          <a:ext cx="1915312" cy="430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>
              <a:latin typeface="Roboto" panose="02000000000000000000" pitchFamily="2" charset="0"/>
              <a:ea typeface="Roboto" panose="02000000000000000000" pitchFamily="2" charset="0"/>
            </a:rPr>
            <a:t>AI Processing</a:t>
          </a:r>
          <a:endParaRPr lang="en-US" sz="1400" kern="120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2255766" y="1660013"/>
        <a:ext cx="1915312" cy="430945"/>
      </dsp:txXfrm>
    </dsp:sp>
    <dsp:sp modelId="{E9F3D6FF-E722-4584-B3CB-392EA3CC967F}">
      <dsp:nvSpPr>
        <dsp:cNvPr id="0" name=""/>
        <dsp:cNvSpPr/>
      </dsp:nvSpPr>
      <dsp:spPr>
        <a:xfrm>
          <a:off x="2255766" y="2128378"/>
          <a:ext cx="1915312" cy="651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Roboto" panose="02000000000000000000" pitchFamily="2" charset="0"/>
              <a:ea typeface="Roboto" panose="02000000000000000000" pitchFamily="2" charset="0"/>
            </a:rPr>
            <a:t>OpenAI / Gemini AI Model </a:t>
          </a:r>
        </a:p>
      </dsp:txBody>
      <dsp:txXfrm>
        <a:off x="2255766" y="2128378"/>
        <a:ext cx="1915312" cy="651825"/>
      </dsp:txXfrm>
    </dsp:sp>
    <dsp:sp modelId="{9A6B2A0C-3E66-4F3A-8ADD-2300BB338FB2}">
      <dsp:nvSpPr>
        <dsp:cNvPr id="0" name=""/>
        <dsp:cNvSpPr/>
      </dsp:nvSpPr>
      <dsp:spPr>
        <a:xfrm>
          <a:off x="5128734" y="909200"/>
          <a:ext cx="670359" cy="6703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DBD3E-8D12-4777-9165-7ABE69C4D1F0}">
      <dsp:nvSpPr>
        <dsp:cNvPr id="0" name=""/>
        <dsp:cNvSpPr/>
      </dsp:nvSpPr>
      <dsp:spPr>
        <a:xfrm>
          <a:off x="4506258" y="1660013"/>
          <a:ext cx="1915312" cy="430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>
              <a:latin typeface="Roboto" panose="02000000000000000000" pitchFamily="2" charset="0"/>
              <a:ea typeface="Roboto" panose="02000000000000000000" pitchFamily="2" charset="0"/>
            </a:rPr>
            <a:t>Communication Interface</a:t>
          </a:r>
          <a:endParaRPr lang="en-US" sz="140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4506258" y="1660013"/>
        <a:ext cx="1915312" cy="430945"/>
      </dsp:txXfrm>
    </dsp:sp>
    <dsp:sp modelId="{208BAEC7-6B45-45E9-9D6B-68099E9D56E9}">
      <dsp:nvSpPr>
        <dsp:cNvPr id="0" name=""/>
        <dsp:cNvSpPr/>
      </dsp:nvSpPr>
      <dsp:spPr>
        <a:xfrm>
          <a:off x="4506258" y="2128378"/>
          <a:ext cx="1915312" cy="651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Roboto" panose="02000000000000000000" pitchFamily="2" charset="0"/>
              <a:ea typeface="Roboto" panose="02000000000000000000" pitchFamily="2" charset="0"/>
            </a:rPr>
            <a:t>Telegram Bot API </a:t>
          </a:r>
        </a:p>
      </dsp:txBody>
      <dsp:txXfrm>
        <a:off x="4506258" y="2128378"/>
        <a:ext cx="1915312" cy="651825"/>
      </dsp:txXfrm>
    </dsp:sp>
    <dsp:sp modelId="{3203EEE8-EFD9-44EE-A2CF-5D0904DF0E1D}">
      <dsp:nvSpPr>
        <dsp:cNvPr id="0" name=""/>
        <dsp:cNvSpPr/>
      </dsp:nvSpPr>
      <dsp:spPr>
        <a:xfrm>
          <a:off x="7379227" y="909200"/>
          <a:ext cx="670359" cy="6703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1D2EB7-A373-46C0-A315-B3849260328F}">
      <dsp:nvSpPr>
        <dsp:cNvPr id="0" name=""/>
        <dsp:cNvSpPr/>
      </dsp:nvSpPr>
      <dsp:spPr>
        <a:xfrm>
          <a:off x="6756750" y="1660013"/>
          <a:ext cx="1915312" cy="430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>
              <a:latin typeface="Roboto" panose="02000000000000000000" pitchFamily="2" charset="0"/>
              <a:ea typeface="Roboto" panose="02000000000000000000" pitchFamily="2" charset="0"/>
            </a:rPr>
            <a:t>Integrated Services</a:t>
          </a:r>
          <a:endParaRPr lang="en-US" sz="140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6756750" y="1660013"/>
        <a:ext cx="1915312" cy="430945"/>
      </dsp:txXfrm>
    </dsp:sp>
    <dsp:sp modelId="{35FE37D6-654A-45B7-AE91-0B699B415576}">
      <dsp:nvSpPr>
        <dsp:cNvPr id="0" name=""/>
        <dsp:cNvSpPr/>
      </dsp:nvSpPr>
      <dsp:spPr>
        <a:xfrm>
          <a:off x="6756750" y="2128378"/>
          <a:ext cx="1915312" cy="651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Roboto" panose="02000000000000000000" pitchFamily="2" charset="0"/>
              <a:ea typeface="Roboto" panose="02000000000000000000" pitchFamily="2" charset="0"/>
            </a:rPr>
            <a:t>Gmail API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Roboto" panose="02000000000000000000" pitchFamily="2" charset="0"/>
              <a:ea typeface="Roboto" panose="02000000000000000000" pitchFamily="2" charset="0"/>
            </a:rPr>
            <a:t>Google Calendar API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Roboto" panose="02000000000000000000" pitchFamily="2" charset="0"/>
              <a:ea typeface="Roboto" panose="02000000000000000000" pitchFamily="2" charset="0"/>
            </a:rPr>
            <a:t>Google Drive API </a:t>
          </a:r>
        </a:p>
      </dsp:txBody>
      <dsp:txXfrm>
        <a:off x="6756750" y="2128378"/>
        <a:ext cx="1915312" cy="651825"/>
      </dsp:txXfrm>
    </dsp:sp>
    <dsp:sp modelId="{E194AFEA-EFBC-464E-931C-8399329F9E64}">
      <dsp:nvSpPr>
        <dsp:cNvPr id="0" name=""/>
        <dsp:cNvSpPr/>
      </dsp:nvSpPr>
      <dsp:spPr>
        <a:xfrm>
          <a:off x="9629719" y="909200"/>
          <a:ext cx="670359" cy="67035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FF50F8-592B-4EEE-9716-C8AAF8337138}">
      <dsp:nvSpPr>
        <dsp:cNvPr id="0" name=""/>
        <dsp:cNvSpPr/>
      </dsp:nvSpPr>
      <dsp:spPr>
        <a:xfrm>
          <a:off x="9007242" y="1660013"/>
          <a:ext cx="1915312" cy="430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 dirty="0">
              <a:latin typeface="Roboto" panose="02000000000000000000" pitchFamily="2" charset="0"/>
              <a:ea typeface="Roboto" panose="02000000000000000000" pitchFamily="2" charset="0"/>
            </a:rPr>
            <a:t>External Utilities</a:t>
          </a:r>
          <a:endParaRPr lang="en-US" sz="140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9007242" y="1660013"/>
        <a:ext cx="1915312" cy="430945"/>
      </dsp:txXfrm>
    </dsp:sp>
    <dsp:sp modelId="{CF0D8272-A5AD-4086-BF1A-8AB91EB4EED5}">
      <dsp:nvSpPr>
        <dsp:cNvPr id="0" name=""/>
        <dsp:cNvSpPr/>
      </dsp:nvSpPr>
      <dsp:spPr>
        <a:xfrm>
          <a:off x="9007242" y="2128378"/>
          <a:ext cx="1915312" cy="651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latin typeface="Roboto" panose="02000000000000000000" pitchFamily="2" charset="0"/>
              <a:ea typeface="Roboto" panose="02000000000000000000" pitchFamily="2" charset="0"/>
            </a:rPr>
            <a:t>SerpAPI</a:t>
          </a:r>
          <a:r>
            <a:rPr lang="en-US" sz="110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Roboto" panose="02000000000000000000" pitchFamily="2" charset="0"/>
              <a:ea typeface="Roboto" panose="02000000000000000000" pitchFamily="2" charset="0"/>
            </a:rPr>
            <a:t>Calculator Tool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Roboto" panose="02000000000000000000" pitchFamily="2" charset="0"/>
              <a:ea typeface="Roboto" panose="02000000000000000000" pitchFamily="2" charset="0"/>
            </a:rPr>
            <a:t>Google Sheets Logging</a:t>
          </a:r>
        </a:p>
      </dsp:txBody>
      <dsp:txXfrm>
        <a:off x="9007242" y="2128378"/>
        <a:ext cx="1915312" cy="65182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C77314-D356-4161-80C0-7007B66AF417}">
      <dsp:nvSpPr>
        <dsp:cNvPr id="0" name=""/>
        <dsp:cNvSpPr/>
      </dsp:nvSpPr>
      <dsp:spPr>
        <a:xfrm>
          <a:off x="0" y="0"/>
          <a:ext cx="517519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1E14C-24B3-46AE-88BE-8B2527D129D4}">
      <dsp:nvSpPr>
        <dsp:cNvPr id="0" name=""/>
        <dsp:cNvSpPr/>
      </dsp:nvSpPr>
      <dsp:spPr>
        <a:xfrm>
          <a:off x="0" y="0"/>
          <a:ext cx="1035039" cy="5138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0" y="0"/>
        <a:ext cx="1035039" cy="5138920"/>
      </dsp:txXfrm>
    </dsp:sp>
    <dsp:sp modelId="{2BD2D42C-78FF-409E-826C-CD427B8E9ED6}">
      <dsp:nvSpPr>
        <dsp:cNvPr id="0" name=""/>
        <dsp:cNvSpPr/>
      </dsp:nvSpPr>
      <dsp:spPr>
        <a:xfrm>
          <a:off x="1112667" y="48428"/>
          <a:ext cx="4062528" cy="968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Roboto" panose="02000000000000000000" pitchFamily="2" charset="0"/>
              <a:ea typeface="Roboto" panose="02000000000000000000" pitchFamily="2" charset="0"/>
            </a:rPr>
            <a:t>🤖 Limited free AI models with proper instruction support</a:t>
          </a:r>
        </a:p>
      </dsp:txBody>
      <dsp:txXfrm>
        <a:off x="1112667" y="48428"/>
        <a:ext cx="4062528" cy="968565"/>
      </dsp:txXfrm>
    </dsp:sp>
    <dsp:sp modelId="{C93625FE-B6DB-4E35-9CEB-0DCFD09DEC21}">
      <dsp:nvSpPr>
        <dsp:cNvPr id="0" name=""/>
        <dsp:cNvSpPr/>
      </dsp:nvSpPr>
      <dsp:spPr>
        <a:xfrm>
          <a:off x="1035039" y="1016994"/>
          <a:ext cx="414015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F1FB8D-02FE-43AB-B11D-C51A1222056D}">
      <dsp:nvSpPr>
        <dsp:cNvPr id="0" name=""/>
        <dsp:cNvSpPr/>
      </dsp:nvSpPr>
      <dsp:spPr>
        <a:xfrm>
          <a:off x="1112667" y="1065422"/>
          <a:ext cx="4062528" cy="968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Roboto" panose="02000000000000000000" pitchFamily="2" charset="0"/>
              <a:ea typeface="Roboto" panose="02000000000000000000" pitchFamily="2" charset="0"/>
            </a:rPr>
            <a:t>⚙ Managing workflow limitations in free-tier n8n</a:t>
          </a:r>
        </a:p>
      </dsp:txBody>
      <dsp:txXfrm>
        <a:off x="1112667" y="1065422"/>
        <a:ext cx="4062528" cy="968565"/>
      </dsp:txXfrm>
    </dsp:sp>
    <dsp:sp modelId="{FB743A36-BAA1-4A84-988D-05BEBD4DEC01}">
      <dsp:nvSpPr>
        <dsp:cNvPr id="0" name=""/>
        <dsp:cNvSpPr/>
      </dsp:nvSpPr>
      <dsp:spPr>
        <a:xfrm>
          <a:off x="1035039" y="2033988"/>
          <a:ext cx="414015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E4EFA4-8194-4C8C-BBAF-DD3C79D6F33B}">
      <dsp:nvSpPr>
        <dsp:cNvPr id="0" name=""/>
        <dsp:cNvSpPr/>
      </dsp:nvSpPr>
      <dsp:spPr>
        <a:xfrm>
          <a:off x="1112667" y="2082416"/>
          <a:ext cx="4062528" cy="968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Roboto" panose="02000000000000000000" pitchFamily="2" charset="0"/>
              <a:ea typeface="Roboto" panose="02000000000000000000" pitchFamily="2" charset="0"/>
            </a:rPr>
            <a:t>📂 Handling Google Drive binary file uploads</a:t>
          </a:r>
        </a:p>
      </dsp:txBody>
      <dsp:txXfrm>
        <a:off x="1112667" y="2082416"/>
        <a:ext cx="4062528" cy="968565"/>
      </dsp:txXfrm>
    </dsp:sp>
    <dsp:sp modelId="{47409E7C-5F0E-474E-85A6-02518601C6C6}">
      <dsp:nvSpPr>
        <dsp:cNvPr id="0" name=""/>
        <dsp:cNvSpPr/>
      </dsp:nvSpPr>
      <dsp:spPr>
        <a:xfrm>
          <a:off x="1035039" y="3050982"/>
          <a:ext cx="414015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08BD5D-83C2-4C01-846E-5DD8815D03B1}">
      <dsp:nvSpPr>
        <dsp:cNvPr id="0" name=""/>
        <dsp:cNvSpPr/>
      </dsp:nvSpPr>
      <dsp:spPr>
        <a:xfrm>
          <a:off x="1112667" y="3099411"/>
          <a:ext cx="4062528" cy="968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Roboto" panose="02000000000000000000" pitchFamily="2" charset="0"/>
              <a:ea typeface="Roboto" panose="02000000000000000000" pitchFamily="2" charset="0"/>
            </a:rPr>
            <a:t>🌐 Maintaining stable multi-service integrations</a:t>
          </a:r>
        </a:p>
      </dsp:txBody>
      <dsp:txXfrm>
        <a:off x="1112667" y="3099411"/>
        <a:ext cx="4062528" cy="968565"/>
      </dsp:txXfrm>
    </dsp:sp>
    <dsp:sp modelId="{6F41BBDC-46B5-4869-A61A-A16A1B36A0A7}">
      <dsp:nvSpPr>
        <dsp:cNvPr id="0" name=""/>
        <dsp:cNvSpPr/>
      </dsp:nvSpPr>
      <dsp:spPr>
        <a:xfrm>
          <a:off x="1035039" y="4067977"/>
          <a:ext cx="414015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D682C0-A71E-4018-98FF-B6EE8E4DAD26}">
      <dsp:nvSpPr>
        <dsp:cNvPr id="0" name=""/>
        <dsp:cNvSpPr/>
      </dsp:nvSpPr>
      <dsp:spPr>
        <a:xfrm>
          <a:off x="1112667" y="4116405"/>
          <a:ext cx="4062528" cy="968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Roboto" panose="02000000000000000000" pitchFamily="2" charset="0"/>
              <a:ea typeface="Roboto" panose="02000000000000000000" pitchFamily="2" charset="0"/>
            </a:rPr>
            <a:t>📝 Context Memory Handling</a:t>
          </a:r>
          <a:br>
            <a:rPr lang="en-US" sz="2200" kern="1200" dirty="0">
              <a:latin typeface="Roboto" panose="02000000000000000000" pitchFamily="2" charset="0"/>
              <a:ea typeface="Roboto" panose="02000000000000000000" pitchFamily="2" charset="0"/>
            </a:rPr>
          </a:br>
          <a:endParaRPr lang="en-US" sz="220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1112667" y="4116405"/>
        <a:ext cx="4062528" cy="968565"/>
      </dsp:txXfrm>
    </dsp:sp>
    <dsp:sp modelId="{3BE788DE-D924-40B0-A939-8BDFCE8CBB2E}">
      <dsp:nvSpPr>
        <dsp:cNvPr id="0" name=""/>
        <dsp:cNvSpPr/>
      </dsp:nvSpPr>
      <dsp:spPr>
        <a:xfrm>
          <a:off x="1035039" y="5084971"/>
          <a:ext cx="414015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3600CC-131B-4A5F-9B5A-FC5557E375B1}">
      <dsp:nvSpPr>
        <dsp:cNvPr id="0" name=""/>
        <dsp:cNvSpPr/>
      </dsp:nvSpPr>
      <dsp:spPr>
        <a:xfrm>
          <a:off x="0" y="1834"/>
          <a:ext cx="830455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FEE6E4A-D8C6-4EA3-96C8-028DFDC937B3}">
      <dsp:nvSpPr>
        <dsp:cNvPr id="0" name=""/>
        <dsp:cNvSpPr/>
      </dsp:nvSpPr>
      <dsp:spPr>
        <a:xfrm>
          <a:off x="0" y="1834"/>
          <a:ext cx="8304550" cy="625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None/>
          </a:pPr>
          <a:r>
            <a:rPr kumimoji="0" lang="en-US" altLang="en-US" sz="2900" b="0" i="0" u="none" strike="noStrike" kern="1200" cap="none" normalizeH="0" baseline="0" dirty="0">
              <a:effectLst/>
              <a:latin typeface="Roboto" panose="02000000000000000000" pitchFamily="2" charset="0"/>
              <a:ea typeface="Roboto" panose="02000000000000000000" pitchFamily="2" charset="0"/>
            </a:rPr>
            <a:t>Single-user architecture </a:t>
          </a:r>
          <a:endParaRPr lang="en-US" sz="290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0" y="1834"/>
        <a:ext cx="8304550" cy="625524"/>
      </dsp:txXfrm>
    </dsp:sp>
    <dsp:sp modelId="{D24C9C87-FA8A-4B9F-9E8E-4CA68D235F05}">
      <dsp:nvSpPr>
        <dsp:cNvPr id="0" name=""/>
        <dsp:cNvSpPr/>
      </dsp:nvSpPr>
      <dsp:spPr>
        <a:xfrm>
          <a:off x="0" y="627358"/>
          <a:ext cx="8304550" cy="0"/>
        </a:xfrm>
        <a:prstGeom prst="line">
          <a:avLst/>
        </a:prstGeom>
        <a:gradFill rotWithShape="0">
          <a:gsLst>
            <a:gs pos="0">
              <a:schemeClr val="accent5">
                <a:hueOff val="-2430430"/>
                <a:satOff val="-165"/>
                <a:lumOff val="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30430"/>
                <a:satOff val="-165"/>
                <a:lumOff val="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30430"/>
                <a:satOff val="-165"/>
                <a:lumOff val="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2430430"/>
              <a:satOff val="-165"/>
              <a:lumOff val="39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CE98356-0CFD-4710-B82A-4D853B3AE746}">
      <dsp:nvSpPr>
        <dsp:cNvPr id="0" name=""/>
        <dsp:cNvSpPr/>
      </dsp:nvSpPr>
      <dsp:spPr>
        <a:xfrm>
          <a:off x="0" y="627358"/>
          <a:ext cx="8304550" cy="625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2900" b="0" i="0" u="none" strike="noStrike" kern="1200" cap="none" normalizeH="0" baseline="0" dirty="0">
              <a:effectLst/>
              <a:latin typeface="Roboto" panose="02000000000000000000" pitchFamily="2" charset="0"/>
              <a:ea typeface="Roboto" panose="02000000000000000000" pitchFamily="2" charset="0"/>
            </a:rPr>
            <a:t>Internet/API dependency </a:t>
          </a:r>
        </a:p>
      </dsp:txBody>
      <dsp:txXfrm>
        <a:off x="0" y="627358"/>
        <a:ext cx="8304550" cy="625524"/>
      </dsp:txXfrm>
    </dsp:sp>
    <dsp:sp modelId="{D27D06A9-8A89-47DD-93DC-672E2EE2CF7E}">
      <dsp:nvSpPr>
        <dsp:cNvPr id="0" name=""/>
        <dsp:cNvSpPr/>
      </dsp:nvSpPr>
      <dsp:spPr>
        <a:xfrm>
          <a:off x="0" y="1252883"/>
          <a:ext cx="8304550" cy="0"/>
        </a:xfrm>
        <a:prstGeom prst="line">
          <a:avLst/>
        </a:prstGeom>
        <a:gradFill rotWithShape="0">
          <a:gsLst>
            <a:gs pos="0">
              <a:schemeClr val="accent5">
                <a:hueOff val="-4860860"/>
                <a:satOff val="-3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60860"/>
                <a:satOff val="-3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60860"/>
                <a:satOff val="-3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4860860"/>
              <a:satOff val="-330"/>
              <a:lumOff val="78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5F0A9DC-4548-4AFD-B736-7C12675CB447}">
      <dsp:nvSpPr>
        <dsp:cNvPr id="0" name=""/>
        <dsp:cNvSpPr/>
      </dsp:nvSpPr>
      <dsp:spPr>
        <a:xfrm>
          <a:off x="0" y="1252883"/>
          <a:ext cx="8304550" cy="625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2900" b="0" i="0" u="none" strike="noStrike" kern="1200" cap="none" normalizeH="0" baseline="0" dirty="0">
              <a:effectLst/>
              <a:latin typeface="Roboto" panose="02000000000000000000" pitchFamily="2" charset="0"/>
              <a:ea typeface="Roboto" panose="02000000000000000000" pitchFamily="2" charset="0"/>
            </a:rPr>
            <a:t>Manual n8n execution required </a:t>
          </a:r>
        </a:p>
      </dsp:txBody>
      <dsp:txXfrm>
        <a:off x="0" y="1252883"/>
        <a:ext cx="8304550" cy="625524"/>
      </dsp:txXfrm>
    </dsp:sp>
    <dsp:sp modelId="{498FE50A-96BA-4E58-BFCD-0642DAA5A0AC}">
      <dsp:nvSpPr>
        <dsp:cNvPr id="0" name=""/>
        <dsp:cNvSpPr/>
      </dsp:nvSpPr>
      <dsp:spPr>
        <a:xfrm>
          <a:off x="0" y="1878407"/>
          <a:ext cx="8304550" cy="0"/>
        </a:xfrm>
        <a:prstGeom prst="line">
          <a:avLst/>
        </a:prstGeom>
        <a:gradFill rotWithShape="0">
          <a:gsLst>
            <a:gs pos="0">
              <a:schemeClr val="accent5">
                <a:hueOff val="-7291290"/>
                <a:satOff val="-496"/>
                <a:lumOff val="1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291290"/>
                <a:satOff val="-496"/>
                <a:lumOff val="1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291290"/>
                <a:satOff val="-496"/>
                <a:lumOff val="1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7291290"/>
              <a:satOff val="-496"/>
              <a:lumOff val="11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9CE4EF-BF89-446F-AB02-478CDFE8D2F6}">
      <dsp:nvSpPr>
        <dsp:cNvPr id="0" name=""/>
        <dsp:cNvSpPr/>
      </dsp:nvSpPr>
      <dsp:spPr>
        <a:xfrm>
          <a:off x="0" y="1878407"/>
          <a:ext cx="8304550" cy="625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2900" b="0" i="0" u="none" strike="noStrike" kern="1200" cap="none" normalizeH="0" baseline="0" dirty="0">
              <a:effectLst/>
              <a:latin typeface="Roboto" panose="02000000000000000000" pitchFamily="2" charset="0"/>
              <a:ea typeface="Roboto" panose="02000000000000000000" pitchFamily="2" charset="0"/>
            </a:rPr>
            <a:t>Paid AI/API feature restrictions </a:t>
          </a:r>
        </a:p>
      </dsp:txBody>
      <dsp:txXfrm>
        <a:off x="0" y="1878407"/>
        <a:ext cx="8304550" cy="625524"/>
      </dsp:txXfrm>
    </dsp:sp>
    <dsp:sp modelId="{AB274902-BEAF-4073-BA5D-17AF90E88B22}">
      <dsp:nvSpPr>
        <dsp:cNvPr id="0" name=""/>
        <dsp:cNvSpPr/>
      </dsp:nvSpPr>
      <dsp:spPr>
        <a:xfrm>
          <a:off x="0" y="2503932"/>
          <a:ext cx="8304550" cy="0"/>
        </a:xfrm>
        <a:prstGeom prst="line">
          <a:avLst/>
        </a:prstGeom>
        <a:gradFill rotWithShape="0">
          <a:gsLst>
            <a:gs pos="0">
              <a:schemeClr val="accent5">
                <a:hueOff val="-9721720"/>
                <a:satOff val="-661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721720"/>
                <a:satOff val="-661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721720"/>
                <a:satOff val="-661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9721720"/>
              <a:satOff val="-661"/>
              <a:lumOff val="156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D67311-09F9-43EF-B5BA-B9B4FF93485B}">
      <dsp:nvSpPr>
        <dsp:cNvPr id="0" name=""/>
        <dsp:cNvSpPr/>
      </dsp:nvSpPr>
      <dsp:spPr>
        <a:xfrm>
          <a:off x="0" y="2503932"/>
          <a:ext cx="8304550" cy="625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2900" b="0" i="0" u="none" strike="noStrike" kern="1200" cap="none" normalizeH="0" baseline="0">
              <a:effectLst/>
              <a:latin typeface="Roboto" panose="02000000000000000000" pitchFamily="2" charset="0"/>
              <a:ea typeface="Roboto" panose="02000000000000000000" pitchFamily="2" charset="0"/>
            </a:rPr>
            <a:t>Limited error handling </a:t>
          </a:r>
        </a:p>
      </dsp:txBody>
      <dsp:txXfrm>
        <a:off x="0" y="2503932"/>
        <a:ext cx="8304550" cy="625524"/>
      </dsp:txXfrm>
    </dsp:sp>
    <dsp:sp modelId="{351DC3C3-4D2D-414D-A7EE-5A026646E277}">
      <dsp:nvSpPr>
        <dsp:cNvPr id="0" name=""/>
        <dsp:cNvSpPr/>
      </dsp:nvSpPr>
      <dsp:spPr>
        <a:xfrm>
          <a:off x="0" y="3129457"/>
          <a:ext cx="8304550" cy="0"/>
        </a:xfrm>
        <a:prstGeom prst="line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994924-0C5F-4D30-8EF2-A91517251BEB}">
      <dsp:nvSpPr>
        <dsp:cNvPr id="0" name=""/>
        <dsp:cNvSpPr/>
      </dsp:nvSpPr>
      <dsp:spPr>
        <a:xfrm>
          <a:off x="0" y="3129457"/>
          <a:ext cx="8304550" cy="6255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2900" b="0" i="0" u="none" strike="noStrike" kern="1200" cap="none" normalizeH="0" baseline="0" dirty="0">
              <a:effectLst/>
              <a:latin typeface="Roboto" panose="02000000000000000000" pitchFamily="2" charset="0"/>
              <a:ea typeface="Roboto" panose="02000000000000000000" pitchFamily="2" charset="0"/>
            </a:rPr>
            <a:t>No voice command integration</a:t>
          </a:r>
        </a:p>
      </dsp:txBody>
      <dsp:txXfrm>
        <a:off x="0" y="3129457"/>
        <a:ext cx="8304550" cy="62552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FF7CBA-1F8A-4125-9115-682EE9B65BBD}">
      <dsp:nvSpPr>
        <dsp:cNvPr id="0" name=""/>
        <dsp:cNvSpPr/>
      </dsp:nvSpPr>
      <dsp:spPr>
        <a:xfrm>
          <a:off x="961120" y="2079"/>
          <a:ext cx="2094322" cy="12565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>
              <a:latin typeface="Roboto" panose="02000000000000000000" pitchFamily="2" charset="0"/>
              <a:ea typeface="Roboto" panose="02000000000000000000" pitchFamily="2" charset="0"/>
            </a:rPr>
            <a:t>AI CV &amp; Job Assistant </a:t>
          </a:r>
          <a:endParaRPr lang="en-US" sz="220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961120" y="2079"/>
        <a:ext cx="2094322" cy="1256593"/>
      </dsp:txXfrm>
    </dsp:sp>
    <dsp:sp modelId="{9DC433BC-C090-4F90-AFBF-34E696A8905E}">
      <dsp:nvSpPr>
        <dsp:cNvPr id="0" name=""/>
        <dsp:cNvSpPr/>
      </dsp:nvSpPr>
      <dsp:spPr>
        <a:xfrm>
          <a:off x="3264875" y="2079"/>
          <a:ext cx="2094322" cy="12565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>
              <a:latin typeface="Roboto" panose="02000000000000000000" pitchFamily="2" charset="0"/>
              <a:ea typeface="Roboto" panose="02000000000000000000" pitchFamily="2" charset="0"/>
            </a:rPr>
            <a:t>Scam Website Detection </a:t>
          </a:r>
          <a:endParaRPr lang="en-US" sz="2200" kern="120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3264875" y="2079"/>
        <a:ext cx="2094322" cy="1256593"/>
      </dsp:txXfrm>
    </dsp:sp>
    <dsp:sp modelId="{9E53E974-6DDB-4F91-9590-6B9B819EA29F}">
      <dsp:nvSpPr>
        <dsp:cNvPr id="0" name=""/>
        <dsp:cNvSpPr/>
      </dsp:nvSpPr>
      <dsp:spPr>
        <a:xfrm>
          <a:off x="5568630" y="2079"/>
          <a:ext cx="2094322" cy="12565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>
              <a:latin typeface="Roboto" panose="02000000000000000000" pitchFamily="2" charset="0"/>
              <a:ea typeface="Roboto" panose="02000000000000000000" pitchFamily="2" charset="0"/>
            </a:rPr>
            <a:t>YouTube Video Summarization </a:t>
          </a:r>
          <a:endParaRPr lang="en-US" sz="220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5568630" y="2079"/>
        <a:ext cx="2094322" cy="1256593"/>
      </dsp:txXfrm>
    </dsp:sp>
    <dsp:sp modelId="{9136E2B2-5D31-41FB-9ACB-9E18F41AF963}">
      <dsp:nvSpPr>
        <dsp:cNvPr id="0" name=""/>
        <dsp:cNvSpPr/>
      </dsp:nvSpPr>
      <dsp:spPr>
        <a:xfrm>
          <a:off x="7872385" y="2079"/>
          <a:ext cx="2094322" cy="12565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>
              <a:latin typeface="Roboto" panose="02000000000000000000" pitchFamily="2" charset="0"/>
              <a:ea typeface="Roboto" panose="02000000000000000000" pitchFamily="2" charset="0"/>
            </a:rPr>
            <a:t>AI UI/UX Generation </a:t>
          </a:r>
          <a:endParaRPr lang="en-US" sz="220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7872385" y="2079"/>
        <a:ext cx="2094322" cy="1256593"/>
      </dsp:txXfrm>
    </dsp:sp>
    <dsp:sp modelId="{D773247B-6339-4CD1-80B0-06BF18964E3C}">
      <dsp:nvSpPr>
        <dsp:cNvPr id="0" name=""/>
        <dsp:cNvSpPr/>
      </dsp:nvSpPr>
      <dsp:spPr>
        <a:xfrm>
          <a:off x="961120" y="1468105"/>
          <a:ext cx="2094322" cy="12565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>
              <a:latin typeface="Roboto" panose="02000000000000000000" pitchFamily="2" charset="0"/>
              <a:ea typeface="Roboto" panose="02000000000000000000" pitchFamily="2" charset="0"/>
            </a:rPr>
            <a:t>Voice Command Support </a:t>
          </a:r>
          <a:endParaRPr lang="en-US" sz="220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961120" y="1468105"/>
        <a:ext cx="2094322" cy="1256593"/>
      </dsp:txXfrm>
    </dsp:sp>
    <dsp:sp modelId="{487EA526-1CBE-42CF-A298-A81048F3DE51}">
      <dsp:nvSpPr>
        <dsp:cNvPr id="0" name=""/>
        <dsp:cNvSpPr/>
      </dsp:nvSpPr>
      <dsp:spPr>
        <a:xfrm>
          <a:off x="3264875" y="1468105"/>
          <a:ext cx="2094322" cy="12565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>
              <a:latin typeface="Roboto" panose="02000000000000000000" pitchFamily="2" charset="0"/>
              <a:ea typeface="Roboto" panose="02000000000000000000" pitchFamily="2" charset="0"/>
            </a:rPr>
            <a:t>Multi-user System </a:t>
          </a:r>
          <a:endParaRPr lang="en-US" sz="2200" kern="120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3264875" y="1468105"/>
        <a:ext cx="2094322" cy="1256593"/>
      </dsp:txXfrm>
    </dsp:sp>
    <dsp:sp modelId="{5771B4FF-38CD-46DA-B19D-B8992CE525F2}">
      <dsp:nvSpPr>
        <dsp:cNvPr id="0" name=""/>
        <dsp:cNvSpPr/>
      </dsp:nvSpPr>
      <dsp:spPr>
        <a:xfrm>
          <a:off x="5568630" y="1468105"/>
          <a:ext cx="2094322" cy="12565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>
              <a:latin typeface="Roboto" panose="02000000000000000000" pitchFamily="2" charset="0"/>
              <a:ea typeface="Roboto" panose="02000000000000000000" pitchFamily="2" charset="0"/>
            </a:rPr>
            <a:t>Productivity Dashboard </a:t>
          </a:r>
          <a:endParaRPr lang="en-US" sz="220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5568630" y="1468105"/>
        <a:ext cx="2094322" cy="1256593"/>
      </dsp:txXfrm>
    </dsp:sp>
    <dsp:sp modelId="{B3004FC9-E48A-4709-8ED0-6F908D37403D}">
      <dsp:nvSpPr>
        <dsp:cNvPr id="0" name=""/>
        <dsp:cNvSpPr/>
      </dsp:nvSpPr>
      <dsp:spPr>
        <a:xfrm>
          <a:off x="7872385" y="1468105"/>
          <a:ext cx="2094322" cy="12565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>
              <a:latin typeface="Roboto" panose="02000000000000000000" pitchFamily="2" charset="0"/>
              <a:ea typeface="Roboto" panose="02000000000000000000" pitchFamily="2" charset="0"/>
            </a:rPr>
            <a:t>Notion / Trello Integration </a:t>
          </a:r>
          <a:endParaRPr lang="en-US" sz="220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7872385" y="1468105"/>
        <a:ext cx="2094322" cy="1256593"/>
      </dsp:txXfrm>
    </dsp:sp>
    <dsp:sp modelId="{71A8F8FD-500D-4636-AA73-D27029F6C8F9}">
      <dsp:nvSpPr>
        <dsp:cNvPr id="0" name=""/>
        <dsp:cNvSpPr/>
      </dsp:nvSpPr>
      <dsp:spPr>
        <a:xfrm>
          <a:off x="4416753" y="2934131"/>
          <a:ext cx="2094322" cy="12565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>
              <a:latin typeface="Roboto" panose="02000000000000000000" pitchFamily="2" charset="0"/>
              <a:ea typeface="Roboto" panose="02000000000000000000" pitchFamily="2" charset="0"/>
            </a:rPr>
            <a:t>Advanced Error Recovery </a:t>
          </a:r>
          <a:endParaRPr lang="en-US" sz="220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4416753" y="2934131"/>
        <a:ext cx="2094322" cy="12565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8542D-386E-4A44-9C6A-CFD864820B7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50438C-A1B8-490D-B822-2B3F118BD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53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1F1A6-0533-3D91-9555-4DCB33B10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A5D79-D0D0-63F4-F538-12EB9549B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11D35-CA31-AB84-78EA-24D02D4B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32BC7-3777-C514-8473-4863D480A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39161-6121-561F-2F8C-683A9AE3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176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80477-D993-6BED-F5C9-4D6164425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80F41-381E-67C6-18AD-B505DF5C3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3553A-69A7-0B6A-C6EB-715B916B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0D1A7-58C0-399D-BB5E-0AF970853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2E9BD-2F07-B49C-2E1E-553B305F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00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1D98F-2BDD-ADA2-50D2-82E0760CB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480AE-EFBF-A021-6D7E-97E02B249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AF82B-86D4-8657-A29B-83C0D4CBC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EC21A-8D61-CDC6-AE23-6A5B37D8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6009E-B2D7-C838-92CD-6B7A493C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13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00A0D-A378-8B56-C42F-0AB25C29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BCAE2-304F-3EC9-BBC5-83C508ACE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328CC-6D6E-A56B-55A0-A10A7A0A6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8E9A4-1EF4-6CB5-3A9E-EEA6BB35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2AF7D-D9FD-DFF6-DFF6-EB98957B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9674E-53AF-257A-38FB-80A556733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8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A4B8-DF5D-0DA5-0700-41734BEED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C7546-A4B3-82A9-C570-1902F2353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91478-1700-F4FF-A059-0EF630DEB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EFF2BE-E4AC-2599-96D9-BFFA9C4AB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31F6AB-6217-931B-12B5-8D4845335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C04297-4209-FE48-9EE7-14E04397E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A7EC5E-DC06-FDD2-93E7-2D3DB825A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BB1C1-59BE-DEC5-4FEE-46BC18FC6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4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E5CD5-87C4-5988-7DCD-A42B1520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0425B-ECA7-3F9F-B0C0-7F5ADDAF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E72D64-ECDE-DB09-B14B-0096BB829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2BFE8-B6E4-3CEF-16F9-4B88801E5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2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12ACC5-5FA2-FA4B-4F5D-5F71D98BF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E632DD-8A57-B11D-3F67-CAE7F70CC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A46B6-D84F-AA70-415B-1B0D08070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60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3288C-F372-EFAE-EE5D-FA8755037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3B687-FD83-8B2E-3EE5-F5088A414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D5FAA-8F56-06F5-D2FB-DDC5B2F31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68CEF-FB60-B4C8-6F2A-CEA5ED933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73919-4060-92AD-C6B2-2B90B54F3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A8F42-80DA-B177-AC2B-3D7DE9A4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86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3815C-4A3D-A5C4-3D7F-6786898DC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7C9C3C-7BFB-97AF-DF88-0DB4E05DD7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19B0E-FC22-943D-7B2E-604741604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80DDA-B0C6-FC7E-A8B4-6D84FEBEF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94D0E-2B01-81D2-DD87-6E5C85925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12F51-B427-C050-1AA8-31394E80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1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C4B10-7160-48DD-C14D-C10B4DA02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A1E8BE-9FBC-B527-5304-477EE2E35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7C092-F23D-CFDD-A122-F872867E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FA62D-B51F-DC70-DD04-A145A2B85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8762C-BCD8-D2E4-7C22-9A39B14D5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47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17E19-89E6-0CEB-C08A-8D7A57035E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D5E27C-3E4A-86AC-FEE0-67FC05DF0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06E71-EFB3-65EA-A5BD-7059C611D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ED561-D73D-46B2-1680-801761346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234B-511B-0E9F-5A7F-2B758E30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04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9576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CCCFF"/>
            </a:gs>
            <a:gs pos="50000">
              <a:srgbClr val="CCECFF"/>
            </a:gs>
            <a:gs pos="100000">
              <a:srgbClr val="F6E6F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30BB81-C8F5-BB81-667F-1F88834F9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D87B6-00B7-5E85-EEBC-2A7D245D8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43F32-A12A-3B97-29D7-07CF5A124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DC121-AD1F-52D4-D96B-A2638A8DF1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75F5F-C501-2F9B-B962-A768BB631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99895-9232-4221-BF6E-BF8F8B1B6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5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38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10" Type="http://schemas.openxmlformats.org/officeDocument/2006/relationships/image" Target="../media/image41.png"/><Relationship Id="rId4" Type="http://schemas.openxmlformats.org/officeDocument/2006/relationships/diagramQuickStyle" Target="../diagrams/quickStyle6.xml"/><Relationship Id="rId9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42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45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00"/>
            </a:blip>
            <a:stretch>
              <a:fillRect l="-33999" r="-3399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048" y="0"/>
            <a:ext cx="12188952" cy="6858000"/>
            <a:chOff x="0" y="0"/>
            <a:chExt cx="24377904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77904" cy="13716000"/>
            </a:xfrm>
            <a:custGeom>
              <a:avLst/>
              <a:gdLst/>
              <a:ahLst/>
              <a:cxnLst/>
              <a:rect l="l" t="t" r="r" b="b"/>
              <a:pathLst>
                <a:path w="24377904" h="13716000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E284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2188952" cy="6858000"/>
            <a:chOff x="0" y="0"/>
            <a:chExt cx="24377904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77904" cy="13716000"/>
            </a:xfrm>
            <a:custGeom>
              <a:avLst/>
              <a:gdLst/>
              <a:ahLst/>
              <a:cxnLst/>
              <a:rect l="l" t="t" r="r" b="b"/>
              <a:pathLst>
                <a:path w="24377904" h="13716000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 rot="-5400000">
            <a:off x="1" y="2075422"/>
            <a:ext cx="3144361" cy="3144361"/>
            <a:chOff x="0" y="0"/>
            <a:chExt cx="6288722" cy="62887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88786" cy="6288786"/>
            </a:xfrm>
            <a:custGeom>
              <a:avLst/>
              <a:gdLst/>
              <a:ahLst/>
              <a:cxnLst/>
              <a:rect l="l" t="t" r="r" b="b"/>
              <a:pathLst>
                <a:path w="6288786" h="6288786">
                  <a:moveTo>
                    <a:pt x="0" y="3144393"/>
                  </a:moveTo>
                  <a:cubicBezTo>
                    <a:pt x="0" y="1407795"/>
                    <a:pt x="1407795" y="0"/>
                    <a:pt x="3144393" y="0"/>
                  </a:cubicBezTo>
                  <a:cubicBezTo>
                    <a:pt x="4880991" y="0"/>
                    <a:pt x="6288786" y="1407795"/>
                    <a:pt x="6288786" y="3144393"/>
                  </a:cubicBezTo>
                  <a:cubicBezTo>
                    <a:pt x="6288786" y="4880991"/>
                    <a:pt x="4880991" y="6288786"/>
                    <a:pt x="3144393" y="6288786"/>
                  </a:cubicBezTo>
                  <a:cubicBezTo>
                    <a:pt x="1407795" y="6288786"/>
                    <a:pt x="0" y="4880991"/>
                    <a:pt x="0" y="3144393"/>
                  </a:cubicBezTo>
                  <a:close/>
                </a:path>
              </a:pathLst>
            </a:custGeom>
            <a:gradFill rotWithShape="1">
              <a:gsLst>
                <a:gs pos="0">
                  <a:srgbClr val="0B1E31">
                    <a:alpha val="20000"/>
                  </a:srgbClr>
                </a:gs>
                <a:gs pos="100000">
                  <a:srgbClr val="071421">
                    <a:alpha val="10000"/>
                  </a:srgbClr>
                </a:gs>
              </a:gsLst>
              <a:lin ang="108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 rot="-9000000">
            <a:off x="10150843" y="4270839"/>
            <a:ext cx="1897888" cy="1897888"/>
            <a:chOff x="0" y="0"/>
            <a:chExt cx="3795776" cy="37957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95776" cy="3795776"/>
            </a:xfrm>
            <a:custGeom>
              <a:avLst/>
              <a:gdLst/>
              <a:ahLst/>
              <a:cxnLst/>
              <a:rect l="l" t="t" r="r" b="b"/>
              <a:pathLst>
                <a:path w="3795776" h="3795776">
                  <a:moveTo>
                    <a:pt x="0" y="1897888"/>
                  </a:moveTo>
                  <a:cubicBezTo>
                    <a:pt x="0" y="849757"/>
                    <a:pt x="849757" y="0"/>
                    <a:pt x="1897888" y="0"/>
                  </a:cubicBezTo>
                  <a:cubicBezTo>
                    <a:pt x="2946019" y="0"/>
                    <a:pt x="3795776" y="849757"/>
                    <a:pt x="3795776" y="1897888"/>
                  </a:cubicBezTo>
                  <a:cubicBezTo>
                    <a:pt x="3795776" y="2946019"/>
                    <a:pt x="2946019" y="3795776"/>
                    <a:pt x="1897888" y="3795776"/>
                  </a:cubicBezTo>
                  <a:cubicBezTo>
                    <a:pt x="849757" y="3795776"/>
                    <a:pt x="0" y="2946019"/>
                    <a:pt x="0" y="1897888"/>
                  </a:cubicBezTo>
                  <a:close/>
                </a:path>
              </a:pathLst>
            </a:custGeom>
            <a:gradFill rotWithShape="1">
              <a:gsLst>
                <a:gs pos="0">
                  <a:srgbClr val="0B1E31">
                    <a:alpha val="10000"/>
                  </a:srgbClr>
                </a:gs>
                <a:gs pos="100000">
                  <a:srgbClr val="0B1E31">
                    <a:alpha val="20000"/>
                  </a:srgbClr>
                </a:gs>
              </a:gsLst>
              <a:lin ang="144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10438149" y="1042607"/>
            <a:ext cx="2796464" cy="711251"/>
            <a:chOff x="0" y="0"/>
            <a:chExt cx="5592928" cy="14225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92953" cy="1422527"/>
            </a:xfrm>
            <a:custGeom>
              <a:avLst/>
              <a:gdLst/>
              <a:ahLst/>
              <a:cxnLst/>
              <a:rect l="l" t="t" r="r" b="b"/>
              <a:pathLst>
                <a:path w="5592953" h="1422527">
                  <a:moveTo>
                    <a:pt x="0" y="0"/>
                  </a:moveTo>
                  <a:lnTo>
                    <a:pt x="5592953" y="0"/>
                  </a:lnTo>
                  <a:lnTo>
                    <a:pt x="5592953" y="1422527"/>
                  </a:lnTo>
                  <a:lnTo>
                    <a:pt x="0" y="1422527"/>
                  </a:lnTo>
                  <a:close/>
                </a:path>
              </a:pathLst>
            </a:custGeom>
            <a:gradFill rotWithShape="1">
              <a:gsLst>
                <a:gs pos="0">
                  <a:srgbClr val="71AAE0">
                    <a:alpha val="0"/>
                  </a:srgbClr>
                </a:gs>
                <a:gs pos="100000">
                  <a:srgbClr val="0B1E31">
                    <a:alpha val="10000"/>
                  </a:srgbClr>
                </a:gs>
              </a:gsLst>
              <a:lin ang="840000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AutoShape 13"/>
          <p:cNvSpPr/>
          <p:nvPr/>
        </p:nvSpPr>
        <p:spPr>
          <a:xfrm rot="193920">
            <a:off x="11252321" y="308051"/>
            <a:ext cx="563080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rot="193920">
            <a:off x="11252321" y="491052"/>
            <a:ext cx="563080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rot="193920">
            <a:off x="11252321" y="674059"/>
            <a:ext cx="563080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rot="193920">
            <a:off x="11252321" y="857059"/>
            <a:ext cx="563080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 rot="193920">
            <a:off x="11252321" y="308051"/>
            <a:ext cx="563080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 rot="193920">
            <a:off x="11252321" y="491052"/>
            <a:ext cx="563080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 rot="193920">
            <a:off x="11252321" y="674059"/>
            <a:ext cx="563080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 rot="193920">
            <a:off x="11252321" y="857059"/>
            <a:ext cx="563080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 rot="-10800000">
            <a:off x="-12700" y="6140787"/>
            <a:ext cx="6096000" cy="711251"/>
            <a:chOff x="0" y="0"/>
            <a:chExt cx="12192000" cy="142250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192000" cy="1422527"/>
            </a:xfrm>
            <a:custGeom>
              <a:avLst/>
              <a:gdLst/>
              <a:ahLst/>
              <a:cxnLst/>
              <a:rect l="l" t="t" r="r" b="b"/>
              <a:pathLst>
                <a:path w="12192000" h="1422527">
                  <a:moveTo>
                    <a:pt x="0" y="0"/>
                  </a:moveTo>
                  <a:lnTo>
                    <a:pt x="12192000" y="0"/>
                  </a:lnTo>
                  <a:lnTo>
                    <a:pt x="12192000" y="1422527"/>
                  </a:lnTo>
                  <a:lnTo>
                    <a:pt x="0" y="1422527"/>
                  </a:lnTo>
                  <a:close/>
                </a:path>
              </a:pathLst>
            </a:custGeom>
            <a:gradFill rotWithShape="1">
              <a:gsLst>
                <a:gs pos="10000">
                  <a:srgbClr val="071421">
                    <a:alpha val="10000"/>
                  </a:srgbClr>
                </a:gs>
                <a:gs pos="100000">
                  <a:srgbClr val="2D7FCF">
                    <a:alpha val="0"/>
                  </a:srgbClr>
                </a:gs>
              </a:gsLst>
              <a:lin ang="840000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AutoShape 23"/>
          <p:cNvSpPr/>
          <p:nvPr/>
        </p:nvSpPr>
        <p:spPr>
          <a:xfrm rot="82800">
            <a:off x="874783" y="6205537"/>
            <a:ext cx="1318006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 rot="82800">
            <a:off x="691782" y="6205537"/>
            <a:ext cx="1318006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 rot="82800">
            <a:off x="508782" y="6205537"/>
            <a:ext cx="1318006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 rot="82800">
            <a:off x="325774" y="6205537"/>
            <a:ext cx="1318006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2249653" y="1892408"/>
            <a:ext cx="8392515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32"/>
              </a:lnSpc>
            </a:pPr>
            <a:r>
              <a:rPr lang="en-US" sz="5400" b="1" dirty="0">
                <a:solidFill>
                  <a:srgbClr val="FFFFFF"/>
                </a:solidFill>
                <a:latin typeface="Montserrat" panose="00000500000000000000" pitchFamily="2" charset="0"/>
                <a:ea typeface="Arimo"/>
                <a:cs typeface="Arimo"/>
                <a:sym typeface="Arimo"/>
              </a:rPr>
              <a:t>Personal AI Assistant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61024" y="2808136"/>
            <a:ext cx="805876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92"/>
              </a:lnSpc>
            </a:pPr>
            <a:r>
              <a:rPr lang="en-US" sz="2400" i="1" dirty="0">
                <a:solidFill>
                  <a:srgbClr val="D9D9D9"/>
                </a:solidFill>
                <a:latin typeface="Roboto" panose="02000000000000000000" pitchFamily="2" charset="0"/>
                <a:ea typeface="Roboto" panose="02000000000000000000" pitchFamily="2" charset="0"/>
                <a:cs typeface="Arimo Italics"/>
                <a:sym typeface="Arimo Italics"/>
              </a:rPr>
              <a:t>Built with n8n Workflow Automation + AI Agents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84778" y="704082"/>
            <a:ext cx="2107247" cy="585349"/>
            <a:chOff x="0" y="0"/>
            <a:chExt cx="4214495" cy="117069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214495" cy="1170686"/>
            </a:xfrm>
            <a:custGeom>
              <a:avLst/>
              <a:gdLst/>
              <a:ahLst/>
              <a:cxnLst/>
              <a:rect l="l" t="t" r="r" b="b"/>
              <a:pathLst>
                <a:path w="4214495" h="1170686">
                  <a:moveTo>
                    <a:pt x="0" y="0"/>
                  </a:moveTo>
                  <a:lnTo>
                    <a:pt x="4214495" y="0"/>
                  </a:lnTo>
                  <a:lnTo>
                    <a:pt x="4214495" y="1170686"/>
                  </a:lnTo>
                  <a:lnTo>
                    <a:pt x="0" y="1170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AutoShape 31"/>
          <p:cNvSpPr/>
          <p:nvPr/>
        </p:nvSpPr>
        <p:spPr>
          <a:xfrm rot="5198880">
            <a:off x="409372" y="1137837"/>
            <a:ext cx="434448" cy="0"/>
          </a:xfrm>
          <a:prstGeom prst="line">
            <a:avLst/>
          </a:prstGeom>
          <a:ln w="19050" cap="rnd">
            <a:solidFill>
              <a:srgbClr val="E8E8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2"/>
          <p:cNvSpPr/>
          <p:nvPr/>
        </p:nvSpPr>
        <p:spPr>
          <a:xfrm rot="5198880">
            <a:off x="409372" y="1036237"/>
            <a:ext cx="434448" cy="0"/>
          </a:xfrm>
          <a:prstGeom prst="line">
            <a:avLst/>
          </a:prstGeom>
          <a:ln w="19050" cap="rnd">
            <a:solidFill>
              <a:srgbClr val="E8E8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 rot="5198880">
            <a:off x="409372" y="934637"/>
            <a:ext cx="434448" cy="0"/>
          </a:xfrm>
          <a:prstGeom prst="line">
            <a:avLst/>
          </a:prstGeom>
          <a:ln w="19050" cap="rnd">
            <a:solidFill>
              <a:srgbClr val="E8E8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 rot="5198880">
            <a:off x="409372" y="833037"/>
            <a:ext cx="434448" cy="0"/>
          </a:xfrm>
          <a:prstGeom prst="line">
            <a:avLst/>
          </a:prstGeom>
          <a:ln w="19050" cap="rnd">
            <a:solidFill>
              <a:srgbClr val="E8E8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1640606" y="4834649"/>
            <a:ext cx="6103366" cy="1851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2400" dirty="0">
                <a:solidFill>
                  <a:srgbClr val="FFFFFF"/>
                </a:solidFill>
                <a:latin typeface="Montserrat" panose="00000500000000000000" pitchFamily="2" charset="0"/>
                <a:ea typeface="Aptos"/>
                <a:cs typeface="Aptos"/>
                <a:sym typeface="Aptos"/>
              </a:rPr>
              <a:t>Presented By</a:t>
            </a:r>
          </a:p>
          <a:p>
            <a:pPr>
              <a:lnSpc>
                <a:spcPts val="2880"/>
              </a:lnSpc>
            </a:pPr>
            <a:r>
              <a:rPr lang="en-US" sz="2400" dirty="0">
                <a:solidFill>
                  <a:srgbClr val="FFFFFF"/>
                </a:solidFill>
                <a:latin typeface="Montserrat" panose="00000500000000000000" pitchFamily="2" charset="0"/>
                <a:ea typeface="Aptos"/>
                <a:cs typeface="Aptos"/>
                <a:sym typeface="Aptos"/>
              </a:rPr>
              <a:t>Group  6</a:t>
            </a:r>
          </a:p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ontserrat" panose="00000500000000000000" pitchFamily="2" charset="0"/>
                <a:ea typeface="Aptos"/>
                <a:cs typeface="Aptos"/>
                <a:sym typeface="Aptos"/>
              </a:rPr>
              <a:t>Anisha Ahmed </a:t>
            </a:r>
            <a:r>
              <a:rPr lang="en-US" sz="2400" dirty="0">
                <a:solidFill>
                  <a:srgbClr val="FFFFFF"/>
                </a:solidFill>
                <a:latin typeface="Montserrat" panose="00000500000000000000" pitchFamily="2" charset="0"/>
                <a:ea typeface="Aptos"/>
                <a:cs typeface="Aptos"/>
                <a:sym typeface="Aptos"/>
              </a:rPr>
              <a:t>(2232837042)</a:t>
            </a:r>
          </a:p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ontserrat" panose="00000500000000000000" pitchFamily="2" charset="0"/>
                <a:ea typeface="Aptos Bold"/>
                <a:cs typeface="Aptos Bold"/>
                <a:sym typeface="Aptos Bold"/>
              </a:rPr>
              <a:t>Shah Mohammad Yasin ( </a:t>
            </a:r>
            <a:r>
              <a:rPr lang="en-US" sz="2400" dirty="0">
                <a:solidFill>
                  <a:srgbClr val="FFFFFF"/>
                </a:solidFill>
                <a:latin typeface="Montserrat" panose="00000500000000000000" pitchFamily="2" charset="0"/>
                <a:ea typeface="Aptos"/>
                <a:cs typeface="Aptos"/>
                <a:sym typeface="Aptos"/>
              </a:rPr>
              <a:t>2212674642)</a:t>
            </a:r>
          </a:p>
          <a:p>
            <a:pPr>
              <a:lnSpc>
                <a:spcPts val="2880"/>
              </a:lnSpc>
            </a:pPr>
            <a:endParaRPr lang="en-US" sz="2400" dirty="0">
              <a:solidFill>
                <a:srgbClr val="FFFFFF"/>
              </a:solidFill>
              <a:latin typeface="Montserrat" panose="00000500000000000000" pitchFamily="2" charset="0"/>
              <a:ea typeface="Aptos"/>
              <a:cs typeface="Aptos"/>
              <a:sym typeface="Aptos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1925828" y="3815601"/>
            <a:ext cx="8723865" cy="557162"/>
            <a:chOff x="0" y="0"/>
            <a:chExt cx="17447730" cy="111432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7447768" cy="1114298"/>
            </a:xfrm>
            <a:custGeom>
              <a:avLst/>
              <a:gdLst/>
              <a:ahLst/>
              <a:cxnLst/>
              <a:rect l="l" t="t" r="r" b="b"/>
              <a:pathLst>
                <a:path w="17447768" h="1114298">
                  <a:moveTo>
                    <a:pt x="0" y="0"/>
                  </a:moveTo>
                  <a:lnTo>
                    <a:pt x="17447768" y="0"/>
                  </a:lnTo>
                  <a:lnTo>
                    <a:pt x="17447768" y="1114298"/>
                  </a:lnTo>
                  <a:lnTo>
                    <a:pt x="0" y="1114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/>
              </a:blip>
              <a:stretch>
                <a:fillRect l="-1935" t="-35623" r="-4599" b="-4343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044593" y="815294"/>
            <a:ext cx="4057398" cy="679141"/>
            <a:chOff x="144058" y="70687"/>
            <a:chExt cx="8114796" cy="1358280"/>
          </a:xfrm>
        </p:grpSpPr>
        <p:sp>
          <p:nvSpPr>
            <p:cNvPr id="39" name="Freeform 39"/>
            <p:cNvSpPr/>
            <p:nvPr/>
          </p:nvSpPr>
          <p:spPr>
            <a:xfrm>
              <a:off x="455974" y="575528"/>
              <a:ext cx="7802880" cy="853439"/>
            </a:xfrm>
            <a:custGeom>
              <a:avLst/>
              <a:gdLst/>
              <a:ahLst/>
              <a:cxnLst/>
              <a:rect l="l" t="t" r="r" b="b"/>
              <a:pathLst>
                <a:path w="7802880" h="85344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28148" b="-12814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4058" y="70687"/>
              <a:ext cx="780288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60"/>
                </a:lnSpc>
              </a:pPr>
              <a:r>
                <a:rPr lang="en-US" sz="1467" b="1" spc="533" dirty="0">
                  <a:solidFill>
                    <a:srgbClr val="E6F2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POWERED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610600" y="6356350"/>
            <a:ext cx="2743200" cy="365125"/>
            <a:chOff x="0" y="0"/>
            <a:chExt cx="5486400" cy="73025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96391" b="-963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0"/>
              <a:ext cx="54864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0"/>
                </a:lnSpc>
              </a:pPr>
              <a:r>
                <a:rPr lang="en-US" sz="1200">
                  <a:solidFill>
                    <a:srgbClr val="767676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3" name="Rectangle 372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4BEBD-4EC7-4DF5-EE06-2619FEAB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5200" dirty="0">
                <a:latin typeface="Montserrat" panose="00000500000000000000" pitchFamily="2" charset="0"/>
              </a:rPr>
              <a:t>Modern Digital Life Is Chaotic</a:t>
            </a:r>
          </a:p>
        </p:txBody>
      </p:sp>
      <p:sp>
        <p:nvSpPr>
          <p:cNvPr id="368" name="Slide Number Placeholder 367">
            <a:extLst>
              <a:ext uri="{FF2B5EF4-FFF2-40B4-BE49-F238E27FC236}">
                <a16:creationId xmlns:a16="http://schemas.microsoft.com/office/drawing/2014/main" id="{2856581E-DFCD-E42D-33D5-62F624EB2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  <a:defRPr/>
            </a:pPr>
            <a:fld id="{5F499895-9232-4221-BF6E-BF8F8B1B6846}" type="slidenum">
              <a:rPr lang="en-US"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>
              <a:latin typeface="Calibri" panose="020F0502020204030204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96B1A14-EEFF-3DAA-400A-3388EBC91A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0352543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445DDAA2-CE4B-AD86-CD6E-18232A5FB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4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urple powerpoint slide background Vectors - Download Free ...">
            <a:extLst>
              <a:ext uri="{FF2B5EF4-FFF2-40B4-BE49-F238E27FC236}">
                <a16:creationId xmlns:a16="http://schemas.microsoft.com/office/drawing/2014/main" id="{DF48D93D-4BD0-B022-9734-8A5C7A71A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9" y="0"/>
            <a:ext cx="121920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E52C54-940E-BAD2-18F6-C99F0B3C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650"/>
            <a:ext cx="9806966" cy="1121386"/>
          </a:xfrm>
          <a:solidFill>
            <a:srgbClr val="CCCCFF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800" dirty="0">
                <a:latin typeface="Montserrat" panose="00000500000000000000" pitchFamily="2" charset="0"/>
              </a:rPr>
              <a:t>Objectives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1A836-823C-4C33-357E-021D634AF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F499895-9232-4221-BF6E-BF8F8B1B684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F3C97C9-8911-049E-4DCE-4C2835F412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2559687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3699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87CEC-0F26-4395-E695-784DBDECA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Montserrat" panose="00000500000000000000" pitchFamily="2" charset="0"/>
              </a:rPr>
              <a:t>Proposed Targets</a:t>
            </a:r>
          </a:p>
        </p:txBody>
      </p:sp>
      <p:graphicFrame>
        <p:nvGraphicFramePr>
          <p:cNvPr id="67" name="Content Placeholder 66">
            <a:extLst>
              <a:ext uri="{FF2B5EF4-FFF2-40B4-BE49-F238E27FC236}">
                <a16:creationId xmlns:a16="http://schemas.microsoft.com/office/drawing/2014/main" id="{E6301C12-24C0-7DEC-8398-AE0F534BDB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322963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F6BA93EB-085D-0702-58E6-1925ED8B2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63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5DF64-02B1-860B-A751-69CAF0BF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latin typeface="Montserrat" panose="00000500000000000000" pitchFamily="2" charset="0"/>
              </a:rPr>
              <a:t>Methodology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0857D1-4B58-FE5A-2F82-D3F29A7441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8214637"/>
              </p:ext>
            </p:extLst>
          </p:nvPr>
        </p:nvGraphicFramePr>
        <p:xfrm>
          <a:off x="1882618" y="924948"/>
          <a:ext cx="9614838" cy="5067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AD782-FB36-A700-B34B-4E699F559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BBA35-87DD-CC05-A889-D8DE06FE97D0}"/>
              </a:ext>
            </a:extLst>
          </p:cNvPr>
          <p:cNvSpPr txBox="1"/>
          <p:nvPr/>
        </p:nvSpPr>
        <p:spPr>
          <a:xfrm>
            <a:off x="1704413" y="5807631"/>
            <a:ext cx="8930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i="1" dirty="0">
                <a:latin typeface="Roboto" panose="02000000000000000000" pitchFamily="2" charset="0"/>
                <a:ea typeface="Roboto" panose="02000000000000000000" pitchFamily="2" charset="0"/>
              </a:rPr>
              <a:t>The system converts natural-language instructions into automated workflow execution.</a:t>
            </a:r>
          </a:p>
        </p:txBody>
      </p:sp>
    </p:spTree>
    <p:extLst>
      <p:ext uri="{BB962C8B-B14F-4D97-AF65-F5344CB8AC3E}">
        <p14:creationId xmlns:p14="http://schemas.microsoft.com/office/powerpoint/2010/main" val="3752149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050D06-E667-B711-5D92-3E1EC6B5D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en-US" sz="1300" dirty="0">
                <a:solidFill>
                  <a:srgbClr val="FFFFFF"/>
                </a:solidFill>
              </a:rPr>
            </a:br>
            <a:br>
              <a:rPr lang="en-US" sz="1300" dirty="0">
                <a:solidFill>
                  <a:srgbClr val="FFFFFF"/>
                </a:solidFill>
              </a:rPr>
            </a:br>
            <a:br>
              <a:rPr lang="en-US" sz="1300" dirty="0">
                <a:solidFill>
                  <a:srgbClr val="FFFFFF"/>
                </a:solidFill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>
                <a:solidFill>
                  <a:srgbClr val="FFFFFF"/>
                </a:solidFill>
                <a:latin typeface="Montserrat" panose="00000500000000000000" pitchFamily="2" charset="0"/>
                <a:ea typeface="Cascadia Code" panose="020B0609020000020004" pitchFamily="49" charset="0"/>
                <a:cs typeface="Cascadia Code" panose="020B0609020000020004" pitchFamily="49" charset="0"/>
              </a:rPr>
              <a:t>Final Features</a:t>
            </a:r>
            <a:endParaRPr lang="en-US" sz="1300" b="1" kern="1200" dirty="0">
              <a:solidFill>
                <a:srgbClr val="FFFFFF"/>
              </a:solidFill>
              <a:latin typeface="Montserrat" panose="00000500000000000000" pitchFamily="2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449D2-5CAE-A388-2CFD-108189EA0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F499895-9232-4221-BF6E-BF8F8B1B684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B9FF34-6F0C-7F31-789C-B0FFF9F3F7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56247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4088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CCCFF"/>
            </a:gs>
            <a:gs pos="50000">
              <a:srgbClr val="CCECFF"/>
            </a:gs>
            <a:gs pos="100000">
              <a:srgbClr val="E6F2F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12BCA-B6F9-7927-AD1F-C3C9C32A6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907" y="282800"/>
            <a:ext cx="5217172" cy="1288673"/>
          </a:xfrm>
        </p:spPr>
        <p:txBody>
          <a:bodyPr anchor="b"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  <a:latin typeface="Montserrat" panose="00000500000000000000" pitchFamily="2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Gmail Automation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6C9D1605-74A0-58AD-1E82-C77296163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740108"/>
              </p:ext>
            </p:extLst>
          </p:nvPr>
        </p:nvGraphicFramePr>
        <p:xfrm>
          <a:off x="838201" y="1825625"/>
          <a:ext cx="4723866" cy="3405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9DB14-95D9-270D-85CD-354A4144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z="1600" smtClean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7</a:t>
            </a:fld>
            <a:endParaRPr lang="en-US" sz="1600">
              <a:solidFill>
                <a:schemeClr val="tx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8ADD97-21B7-C9DD-C25A-CC9C3383C4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5456" y="322504"/>
            <a:ext cx="4424733" cy="3053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2B4F07-134A-FB9B-D2F1-F4159C8A57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6388" y="3740048"/>
            <a:ext cx="5270884" cy="2437783"/>
          </a:xfrm>
          <a:prstGeom prst="rect">
            <a:avLst/>
          </a:prstGeom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253F1AC4-6E98-D6CC-C325-E893EE0DE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26" y="949120"/>
            <a:ext cx="512602" cy="51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027CA8D4-B0F4-1D5C-45D1-F98917B7A34E}"/>
              </a:ext>
            </a:extLst>
          </p:cNvPr>
          <p:cNvSpPr/>
          <p:nvPr/>
        </p:nvSpPr>
        <p:spPr>
          <a:xfrm>
            <a:off x="8505882" y="3246794"/>
            <a:ext cx="3407346" cy="695619"/>
          </a:xfrm>
          <a:prstGeom prst="roundRect">
            <a:avLst>
              <a:gd name="adj" fmla="val 9086"/>
            </a:avLst>
          </a:prstGeom>
          <a:solidFill>
            <a:srgbClr val="B6FCB8"/>
          </a:solidFill>
          <a:ln/>
        </p:spPr>
        <p:txBody>
          <a:bodyPr/>
          <a:lstStyle/>
          <a:p>
            <a:r>
              <a:rPr lang="en-US" sz="1400" dirty="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</a:t>
            </a:r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Demo: "Send an email about today’s  weather in Dhaka" → Done in seconds.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Sans Serif Collection" panose="020B0502040504020204" pitchFamily="34" charset="0"/>
            </a:endParaRPr>
          </a:p>
          <a:p>
            <a:endParaRPr lang="en-US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9952F00F-02C2-CE6F-F49D-21A94EB731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35752">
            <a:off x="8616516" y="3338789"/>
            <a:ext cx="225454" cy="1804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131B4D-32F9-151A-905D-69DA41D06BB4}"/>
              </a:ext>
            </a:extLst>
          </p:cNvPr>
          <p:cNvSpPr txBox="1"/>
          <p:nvPr/>
        </p:nvSpPr>
        <p:spPr>
          <a:xfrm>
            <a:off x="310376" y="6060781"/>
            <a:ext cx="6105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600" i="1" dirty="0">
                <a:latin typeface="Roboto" panose="02000000000000000000" pitchFamily="2" charset="0"/>
                <a:ea typeface="Roboto" panose="02000000000000000000" pitchFamily="2" charset="0"/>
                <a:cs typeface="Sans Serif Collection" panose="020B0502040504020204" pitchFamily="34" charset="0"/>
              </a:rPr>
              <a:t>Control your Gmail inbox entirely through chat. The agent interprets your intent and takes the right action — instantly.</a:t>
            </a:r>
          </a:p>
        </p:txBody>
      </p:sp>
    </p:spTree>
    <p:extLst>
      <p:ext uri="{BB962C8B-B14F-4D97-AF65-F5344CB8AC3E}">
        <p14:creationId xmlns:p14="http://schemas.microsoft.com/office/powerpoint/2010/main" val="4142631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FA4F3-BC4E-13A9-B88C-47F4D670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225" y="732505"/>
            <a:ext cx="5647482" cy="1288673"/>
          </a:xfrm>
        </p:spPr>
        <p:txBody>
          <a:bodyPr anchor="b"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  <a:latin typeface="Montserrat" panose="00000500000000000000" pitchFamily="2" charset="0"/>
              </a:rPr>
              <a:t>Calendar Management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73E810A-DABE-09B8-D8F2-EA64375C2C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0526763"/>
              </p:ext>
            </p:extLst>
          </p:nvPr>
        </p:nvGraphicFramePr>
        <p:xfrm>
          <a:off x="1024992" y="2376855"/>
          <a:ext cx="3831821" cy="27198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BD3A3-04CD-3BF3-EE86-0B2AAA61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mtClean="0"/>
              <a:t>8</a:t>
            </a:fld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D2ABFC0-51B0-24E1-DA07-D317BF26FED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5487"/>
          <a:stretch>
            <a:fillRect/>
          </a:stretch>
        </p:blipFill>
        <p:spPr>
          <a:xfrm>
            <a:off x="6586389" y="544322"/>
            <a:ext cx="4763801" cy="2487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8D9855-B1C9-60CF-83CD-D51BB14CBF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5516" y="3376158"/>
            <a:ext cx="4182254" cy="3314437"/>
          </a:xfrm>
          <a:prstGeom prst="rect">
            <a:avLst/>
          </a:prstGeom>
        </p:spPr>
      </p:pic>
      <p:pic>
        <p:nvPicPr>
          <p:cNvPr id="4103" name="Picture 7">
            <a:extLst>
              <a:ext uri="{FF2B5EF4-FFF2-40B4-BE49-F238E27FC236}">
                <a16:creationId xmlns:a16="http://schemas.microsoft.com/office/drawing/2014/main" id="{5BA52EE7-1EA1-96A4-D7C1-2E24A1F29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85" y="944771"/>
            <a:ext cx="619940" cy="61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46A3EA-6F25-EC82-A203-C3D726246B5C}"/>
              </a:ext>
            </a:extLst>
          </p:cNvPr>
          <p:cNvSpPr txBox="1"/>
          <p:nvPr/>
        </p:nvSpPr>
        <p:spPr>
          <a:xfrm>
            <a:off x="8840448" y="2967706"/>
            <a:ext cx="3123580" cy="817245"/>
          </a:xfrm>
          <a:prstGeom prst="round2Diag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Demo: "Move Mat350 Final from 9AM to 11: 20 PM" → Updated instantly.</a:t>
            </a:r>
          </a:p>
        </p:txBody>
      </p:sp>
    </p:spTree>
    <p:extLst>
      <p:ext uri="{BB962C8B-B14F-4D97-AF65-F5344CB8AC3E}">
        <p14:creationId xmlns:p14="http://schemas.microsoft.com/office/powerpoint/2010/main" val="2825625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F9CB2-B380-400A-651C-F71F398AB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69" y="459654"/>
            <a:ext cx="5286531" cy="1325563"/>
          </a:xfrm>
        </p:spPr>
        <p:txBody>
          <a:bodyPr anchor="b">
            <a:normAutofit/>
          </a:bodyPr>
          <a:lstStyle/>
          <a:p>
            <a:r>
              <a:rPr lang="en-US" b="1" dirty="0">
                <a:solidFill>
                  <a:srgbClr val="353078"/>
                </a:solidFill>
                <a:latin typeface="Montserrat" panose="00000500000000000000" pitchFamily="2" charset="0"/>
                <a:cs typeface="Aharoni" panose="02010803020104030203" pitchFamily="2" charset="-79"/>
              </a:rPr>
              <a:t>Research Agent 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62A84DF2-F61C-B7F7-A402-C75B8FB5B4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6468400"/>
              </p:ext>
            </p:extLst>
          </p:nvPr>
        </p:nvGraphicFramePr>
        <p:xfrm>
          <a:off x="931602" y="2150267"/>
          <a:ext cx="5664070" cy="40378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339809F-4792-B784-1ECE-6D08C6F93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mtClean="0"/>
              <a:t>9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0BCEBD-AD30-DE1E-B4E4-E1923FC2073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283" r="2967"/>
          <a:stretch>
            <a:fillRect/>
          </a:stretch>
        </p:blipFill>
        <p:spPr>
          <a:xfrm>
            <a:off x="6910466" y="233132"/>
            <a:ext cx="3104171" cy="31041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C03513-2958-75EF-8FB1-5554F42717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0416" y="3520698"/>
            <a:ext cx="3228442" cy="278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69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984429-637F-6516-CA5D-6DBD30969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840" y="389440"/>
            <a:ext cx="11258319" cy="596691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B0D9C-0248-B319-A17B-5C8DBBC8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F499895-9232-4221-BF6E-BF8F8B1B6846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723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F8002-AC22-5B2B-E7C1-18EDB4608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 fontScale="90000"/>
          </a:bodyPr>
          <a:lstStyle/>
          <a:p>
            <a:r>
              <a:rPr lang="en-US" sz="3700" b="1" dirty="0">
                <a:latin typeface="Montserrat" panose="00000500000000000000" pitchFamily="2" charset="0"/>
              </a:rPr>
              <a:t>Pomodoro Productivity System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6A2F80-D8B1-5556-3988-DC6FD965FF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5715" y="2508105"/>
            <a:ext cx="5040285" cy="36324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</a:rPr>
              <a:t>25-minute focus sessions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</a:rPr>
              <a:t>Telegram-triggered timer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</a:rPr>
              <a:t>Productivity logging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</a:rPr>
              <a:t>Focus completion alerts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Roboto" panose="02000000000000000000" pitchFamily="2" charset="0"/>
                <a:ea typeface="Roboto" panose="02000000000000000000" pitchFamily="2" charset="0"/>
              </a:rPr>
              <a:t>Focus Analytics &amp; logging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F22858-AF23-4B85-E374-FE05F226C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667" y="951132"/>
            <a:ext cx="4389120" cy="22274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4AA240-2B93-A6BB-320E-CAA278D3C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72" y="3611845"/>
            <a:ext cx="5430215" cy="210420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A7B1B8-F8E5-0773-D4EE-414132465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F499895-9232-4221-BF6E-BF8F8B1B6846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429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221F3E-6277-7612-AD7D-3EF3E8898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Montserrat" panose="00000500000000000000" pitchFamily="2" charset="0"/>
              </a:rPr>
              <a:t>Technologies Used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33679-465B-9486-9B9B-19FE5673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F499895-9232-4221-BF6E-BF8F8B1B6846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2F568B53-9D25-B831-BEC7-6216E1D866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718203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5243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C56898-22E0-CBEA-8532-400B0F225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55" y="2950387"/>
            <a:ext cx="3212012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  <a:latin typeface="Montserrat" panose="00000500000000000000" pitchFamily="2" charset="0"/>
              </a:rPr>
              <a:t>Challenges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3F91E-95D0-730B-923A-DC1A99CA8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5F499895-9232-4221-BF6E-BF8F8B1B6846}" type="slidenum">
              <a:rPr lang="en-US" sz="11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13</a:t>
            </a:fld>
            <a:endParaRPr lang="en-US" sz="110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5690895-4256-A2E1-279F-A0F95B13A0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3008592"/>
              </p:ext>
            </p:extLst>
          </p:nvPr>
        </p:nvGraphicFramePr>
        <p:xfrm>
          <a:off x="5146366" y="1110471"/>
          <a:ext cx="5175196" cy="5138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5169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F5897CCA-486C-491C-B4C1-5E5C95A82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C30A31D-D577-7C3B-8260-9B3027AD4A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95104" y="4047151"/>
            <a:ext cx="10001138" cy="36445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</a:rPr>
              <a:t>🎯</a:t>
            </a:r>
            <a:r>
              <a:rPr lang="en-US" sz="2000" i="1" dirty="0">
                <a:latin typeface="Roboto" panose="02000000000000000000" pitchFamily="2" charset="0"/>
                <a:ea typeface="Roboto" panose="02000000000000000000" pitchFamily="2" charset="0"/>
              </a:rPr>
              <a:t>Certain limitations exist due to platform and free-tier resource constraints.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0FA3498-0D4D-442E-A57B-D02BE904B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F499895-9232-4221-BF6E-BF8F8B1B6846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B56507-39DF-542F-DC51-E57145413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46" y="-122720"/>
            <a:ext cx="6356606" cy="184328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b="1" kern="1200" dirty="0">
                <a:latin typeface="Montserrat" panose="00000500000000000000" pitchFamily="2" charset="0"/>
              </a:rPr>
              <a:t>Limitations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2C7FE01-889B-3546-1365-C571316831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9969872"/>
              </p:ext>
            </p:extLst>
          </p:nvPr>
        </p:nvGraphicFramePr>
        <p:xfrm>
          <a:off x="2128604" y="1564692"/>
          <a:ext cx="8304550" cy="3756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6730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2A6E3-5786-88E2-8397-1B1D26C08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F499895-9232-4221-BF6E-BF8F8B1B6846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E8F00-71EA-AC85-A679-7D2512DCD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53330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Montserrat" panose="00000500000000000000" pitchFamily="2" charset="0"/>
              </a:rPr>
              <a:t>Future Scope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F1ECDC8-34B7-6712-8954-66E6CBD1BD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150959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6962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571500" y="523875"/>
            <a:ext cx="76200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kern="0" spc="75" dirty="0">
                <a:latin typeface="Montserrat" panose="00000500000000000000" pitchFamily="2" charset="0"/>
                <a:ea typeface="Liter" pitchFamily="34" charset="-122"/>
                <a:cs typeface="Liter" pitchFamily="34" charset="-120"/>
              </a:rPr>
              <a:t>Proposal vs Final — What Changed</a:t>
            </a:r>
            <a:endParaRPr lang="en-US" sz="2800" b="1" dirty="0">
              <a:latin typeface="Montserrat" panose="000005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71500" y="923925"/>
            <a:ext cx="571500" cy="28575"/>
          </a:xfrm>
          <a:prstGeom prst="rect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en-US" sz="135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533192"/>
              </p:ext>
            </p:extLst>
          </p:nvPr>
        </p:nvGraphicFramePr>
        <p:xfrm>
          <a:off x="571500" y="1095375"/>
          <a:ext cx="10858501" cy="3381375"/>
        </p:xfrm>
        <a:graphic>
          <a:graphicData uri="http://schemas.openxmlformats.org/drawingml/2006/table">
            <a:tbl>
              <a:tblPr/>
              <a:tblGrid>
                <a:gridCol w="3719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8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9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143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Aspect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D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Proposal (Planned)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D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Final (Delivered)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D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62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AI Model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OpenAI GPT-4o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06D6A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Google Gemini 2.5 Flash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62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Focus Timer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94A3B8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Not planned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06D6A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Pomodoro Timer + Sheets Logging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62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Google Drive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94A3B8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Not planned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06D6A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Search, Upload, Move files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62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Web Search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94A3B8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Not planned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06D6A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SerpAPI-powered search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62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Calculator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94A3B8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Not planned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06D6A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Math &amp; calorie calculations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62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Memory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Basic context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06D6A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70-message context window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362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Canvas LMS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Study Scheduler with Canvas poll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FF4D6D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Not implemented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698"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Diet Planner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F1F5F9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AI meal planning + wellness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u="none" dirty="0">
                          <a:solidFill>
                            <a:srgbClr val="06D6A0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QuattrocentoSans" pitchFamily="34" charset="-120"/>
                        </a:rPr>
                        <a:t>SerpAPI-powered search &amp;amp; calorie calculated through calculator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QuattrocentoSans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71500" y="4476750"/>
            <a:ext cx="114300" cy="114300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2" name="Text 9"/>
          <p:cNvSpPr/>
          <p:nvPr/>
        </p:nvSpPr>
        <p:spPr>
          <a:xfrm>
            <a:off x="762000" y="4480810"/>
            <a:ext cx="14287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latin typeface="Roboto" panose="02000000000000000000" pitchFamily="2" charset="0"/>
                <a:ea typeface="Roboto" panose="02000000000000000000" pitchFamily="2" charset="0"/>
                <a:cs typeface="Quattrocento Sans" pitchFamily="34" charset="-120"/>
              </a:rPr>
              <a:t>Added / Upgraded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381250" y="4476750"/>
            <a:ext cx="114300" cy="114300"/>
          </a:xfrm>
          <a:prstGeom prst="ellipse">
            <a:avLst/>
          </a:prstGeom>
          <a:solidFill>
            <a:srgbClr val="FF4D6D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14" name="Text 11"/>
          <p:cNvSpPr/>
          <p:nvPr/>
        </p:nvSpPr>
        <p:spPr>
          <a:xfrm>
            <a:off x="2571750" y="4438649"/>
            <a:ext cx="129571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latin typeface="Roboto" panose="02000000000000000000" pitchFamily="2" charset="0"/>
                <a:ea typeface="Roboto" panose="02000000000000000000" pitchFamily="2" charset="0"/>
                <a:cs typeface="Quattrocento Sans" pitchFamily="34" charset="-120"/>
              </a:rPr>
              <a:t>Not Implemented</a:t>
            </a:r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71500" y="4810125"/>
            <a:ext cx="11049000" cy="523875"/>
          </a:xfrm>
          <a:prstGeom prst="roundRect">
            <a:avLst>
              <a:gd name="adj" fmla="val 8000"/>
            </a:avLst>
          </a:prstGeom>
          <a:solidFill>
            <a:srgbClr val="FF4D6D">
              <a:alpha val="6275"/>
            </a:srgbClr>
          </a:solidFill>
          <a:ln w="12700">
            <a:solidFill>
              <a:srgbClr val="FF4D6D">
                <a:alpha val="12549"/>
              </a:srgbClr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0" name="Text 13"/>
          <p:cNvSpPr/>
          <p:nvPr/>
        </p:nvSpPr>
        <p:spPr>
          <a:xfrm>
            <a:off x="762000" y="4810125"/>
            <a:ext cx="1066800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4D6D"/>
                </a:solidFill>
                <a:latin typeface="Roboto" panose="02000000000000000000" pitchFamily="2" charset="0"/>
                <a:ea typeface="Roboto" panose="02000000000000000000" pitchFamily="2" charset="0"/>
                <a:cs typeface="Quattrocento Sans" pitchFamily="34" charset="-120"/>
              </a:rPr>
              <a:t>Key Insight:</a:t>
            </a:r>
            <a:r>
              <a:rPr lang="en-US" sz="1200" dirty="0">
                <a:solidFill>
                  <a:srgbClr val="F1F5F9"/>
                </a:solidFill>
                <a:latin typeface="Roboto" panose="02000000000000000000" pitchFamily="2" charset="0"/>
                <a:ea typeface="Roboto" panose="02000000000000000000" pitchFamily="2" charset="0"/>
                <a:cs typeface="Quattrocento Sans" pitchFamily="34" charset="-120"/>
              </a:rPr>
              <a:t> 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Quattrocento Sans" pitchFamily="34" charset="-120"/>
              </a:rPr>
              <a:t>The final system added </a:t>
            </a:r>
            <a:r>
              <a:rPr lang="en-US" sz="1200" b="1" dirty="0">
                <a:latin typeface="Roboto" panose="02000000000000000000" pitchFamily="2" charset="0"/>
                <a:ea typeface="Roboto" panose="02000000000000000000" pitchFamily="2" charset="0"/>
                <a:cs typeface="Quattrocento Sans" pitchFamily="34" charset="-120"/>
              </a:rPr>
              <a:t>5 new capabilities</a:t>
            </a:r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Quattrocento Sans" pitchFamily="34" charset="-120"/>
              </a:rPr>
              <a:t> not in the original proposal, while 2 proposed features were deprioritized due to API constraints.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12229" y="745229"/>
            <a:ext cx="5367543" cy="536754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80"/>
                </a:lnSpc>
              </a:pPr>
              <a:endParaRPr sz="12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47590" y="2539812"/>
            <a:ext cx="4096821" cy="196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6"/>
              </a:lnSpc>
            </a:pPr>
            <a:r>
              <a:rPr lang="en-US" sz="4376" b="1" dirty="0">
                <a:solidFill>
                  <a:srgbClr val="221716"/>
                </a:solidFill>
                <a:latin typeface="Montserrat" panose="00000500000000000000" pitchFamily="2" charset="0"/>
                <a:ea typeface="Feel Free Playful"/>
                <a:cs typeface="Feel Free Playful"/>
                <a:sym typeface="Feel Free Playful"/>
              </a:rPr>
              <a:t>Thank you!</a:t>
            </a:r>
          </a:p>
          <a:p>
            <a:pPr algn="ctr">
              <a:lnSpc>
                <a:spcPts val="5076"/>
              </a:lnSpc>
            </a:pPr>
            <a:r>
              <a:rPr lang="en-US" sz="4376" b="1" dirty="0">
                <a:solidFill>
                  <a:srgbClr val="221716"/>
                </a:solidFill>
                <a:latin typeface="Montserrat" panose="00000500000000000000" pitchFamily="2" charset="0"/>
                <a:ea typeface="Feel Free Playful"/>
                <a:cs typeface="Feel Free Playful"/>
                <a:sym typeface="Feel Free Playful"/>
              </a:rPr>
              <a:t>Any questions?</a:t>
            </a:r>
          </a:p>
        </p:txBody>
      </p:sp>
      <p:sp>
        <p:nvSpPr>
          <p:cNvPr id="6" name="Freeform 6"/>
          <p:cNvSpPr/>
          <p:nvPr/>
        </p:nvSpPr>
        <p:spPr>
          <a:xfrm>
            <a:off x="9329294" y="899515"/>
            <a:ext cx="1869117" cy="2741083"/>
          </a:xfrm>
          <a:custGeom>
            <a:avLst/>
            <a:gdLst/>
            <a:ahLst/>
            <a:cxnLst/>
            <a:rect l="l" t="t" r="r" b="b"/>
            <a:pathLst>
              <a:path w="2803675" h="4111625">
                <a:moveTo>
                  <a:pt x="0" y="0"/>
                </a:moveTo>
                <a:lnTo>
                  <a:pt x="2803675" y="0"/>
                </a:lnTo>
                <a:lnTo>
                  <a:pt x="2803675" y="4111625"/>
                </a:lnTo>
                <a:lnTo>
                  <a:pt x="0" y="4111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864043" y="3705078"/>
            <a:ext cx="2947463" cy="4288755"/>
          </a:xfrm>
          <a:custGeom>
            <a:avLst/>
            <a:gdLst/>
            <a:ahLst/>
            <a:cxnLst/>
            <a:rect l="l" t="t" r="r" b="b"/>
            <a:pathLst>
              <a:path w="4421194" h="6433133">
                <a:moveTo>
                  <a:pt x="0" y="0"/>
                </a:moveTo>
                <a:lnTo>
                  <a:pt x="4421194" y="0"/>
                </a:lnTo>
                <a:lnTo>
                  <a:pt x="4421194" y="6433134"/>
                </a:lnTo>
                <a:lnTo>
                  <a:pt x="0" y="64331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34005" y="3705078"/>
            <a:ext cx="2239295" cy="4418005"/>
          </a:xfrm>
          <a:custGeom>
            <a:avLst/>
            <a:gdLst/>
            <a:ahLst/>
            <a:cxnLst/>
            <a:rect l="l" t="t" r="r" b="b"/>
            <a:pathLst>
              <a:path w="3028784" h="6212891">
                <a:moveTo>
                  <a:pt x="0" y="0"/>
                </a:moveTo>
                <a:lnTo>
                  <a:pt x="3028784" y="0"/>
                </a:lnTo>
                <a:lnTo>
                  <a:pt x="3028784" y="6212891"/>
                </a:lnTo>
                <a:lnTo>
                  <a:pt x="0" y="62128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reeform 9"/>
          <p:cNvSpPr/>
          <p:nvPr/>
        </p:nvSpPr>
        <p:spPr>
          <a:xfrm rot="1274545">
            <a:off x="3588960" y="625721"/>
            <a:ext cx="1465964" cy="915285"/>
          </a:xfrm>
          <a:custGeom>
            <a:avLst/>
            <a:gdLst/>
            <a:ahLst/>
            <a:cxnLst/>
            <a:rect l="l" t="t" r="r" b="b"/>
            <a:pathLst>
              <a:path w="2198946" h="1372927">
                <a:moveTo>
                  <a:pt x="0" y="0"/>
                </a:moveTo>
                <a:lnTo>
                  <a:pt x="2198945" y="0"/>
                </a:lnTo>
                <a:lnTo>
                  <a:pt x="2198945" y="1372927"/>
                </a:lnTo>
                <a:lnTo>
                  <a:pt x="0" y="13729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651BBA-1697-25CA-484C-CB504B42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99895-9232-4221-BF6E-BF8F8B1B6846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</TotalTime>
  <Words>623</Words>
  <Application>Microsoft Office PowerPoint</Application>
  <PresentationFormat>Widescreen</PresentationFormat>
  <Paragraphs>177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Amasis MT Pro Medium</vt:lpstr>
      <vt:lpstr>Aptos</vt:lpstr>
      <vt:lpstr>Aptos Display</vt:lpstr>
      <vt:lpstr>Arial</vt:lpstr>
      <vt:lpstr>Calibri</vt:lpstr>
      <vt:lpstr>Calibri (MS) Bold</vt:lpstr>
      <vt:lpstr>Montserrat</vt:lpstr>
      <vt:lpstr>Roboto</vt:lpstr>
      <vt:lpstr>Sans Serif Collection</vt:lpstr>
      <vt:lpstr>Office Theme</vt:lpstr>
      <vt:lpstr>PowerPoint Presentation</vt:lpstr>
      <vt:lpstr>Modern Digital Life Is Chaotic</vt:lpstr>
      <vt:lpstr>Objectives</vt:lpstr>
      <vt:lpstr>Proposed Targets</vt:lpstr>
      <vt:lpstr>Methodology</vt:lpstr>
      <vt:lpstr>    Final Features</vt:lpstr>
      <vt:lpstr>Gmail Automation</vt:lpstr>
      <vt:lpstr>Calendar Management</vt:lpstr>
      <vt:lpstr>Research Agent </vt:lpstr>
      <vt:lpstr>PowerPoint Presentation</vt:lpstr>
      <vt:lpstr>Pomodoro Productivity System</vt:lpstr>
      <vt:lpstr>Technologies Used</vt:lpstr>
      <vt:lpstr>Challenges</vt:lpstr>
      <vt:lpstr>Limitations</vt:lpstr>
      <vt:lpstr>Future Scope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Anisha Ahmed</dc:creator>
  <cp:lastModifiedBy>maruf ahmed</cp:lastModifiedBy>
  <cp:revision>5</cp:revision>
  <dcterms:created xsi:type="dcterms:W3CDTF">2026-05-13T17:20:14Z</dcterms:created>
  <dcterms:modified xsi:type="dcterms:W3CDTF">2026-05-15T07:32:44Z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2026-05-13T23:12:02Z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87af01b4-175d-42fe-a68b-1513850357b3</vt:lpwstr>
  </property>
  <property fmtid="{D5CDD505-2E9C-101B-9397-08002B2CF9AE}" pid="7" name="MSIP_Label_defa4170-0d19-0005-0004-bc88714345d2_ActionId">
    <vt:lpwstr>78e65ec6-2542-4a3f-acfe-6e2606c022ca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